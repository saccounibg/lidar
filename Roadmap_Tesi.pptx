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3"/>
  </p:notesMasterIdLst>
  <p:sldIdLst>
    <p:sldId id="257" r:id="rId5"/>
    <p:sldId id="291" r:id="rId6"/>
    <p:sldId id="290" r:id="rId7"/>
    <p:sldId id="311" r:id="rId8"/>
    <p:sldId id="320" r:id="rId9"/>
    <p:sldId id="316" r:id="rId10"/>
    <p:sldId id="319" r:id="rId11"/>
    <p:sldId id="315" r:id="rId12"/>
    <p:sldId id="318" r:id="rId13"/>
    <p:sldId id="321" r:id="rId14"/>
    <p:sldId id="317" r:id="rId15"/>
    <p:sldId id="322" r:id="rId16"/>
    <p:sldId id="323" r:id="rId17"/>
    <p:sldId id="324" r:id="rId18"/>
    <p:sldId id="325" r:id="rId19"/>
    <p:sldId id="326" r:id="rId20"/>
    <p:sldId id="327" r:id="rId21"/>
    <p:sldId id="314" r:id="rId22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96643"/>
    <a:srgbClr val="000000"/>
    <a:srgbClr val="426EB0"/>
    <a:srgbClr val="4E59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461" autoAdjust="0"/>
    <p:restoredTop sz="91226" autoAdjust="0"/>
  </p:normalViewPr>
  <p:slideViewPr>
    <p:cSldViewPr snapToGrid="0" snapToObjects="1">
      <p:cViewPr varScale="1">
        <p:scale>
          <a:sx n="127" d="100"/>
          <a:sy n="127" d="100"/>
        </p:scale>
        <p:origin x="1056" y="192"/>
      </p:cViewPr>
      <p:guideLst>
        <p:guide orient="horz" pos="2183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753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it-IT" sz="1600" dirty="0">
                <a:latin typeface="Rubik" pitchFamily="2" charset="-79"/>
                <a:cs typeface="Rubik" pitchFamily="2" charset="-79"/>
              </a:rPr>
              <a:t>Titolo del grafico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IT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426EB0"/>
            </a:solidFill>
            <a:ln>
              <a:noFill/>
            </a:ln>
            <a:effectLst/>
          </c:spPr>
          <c:invertIfNegative val="0"/>
          <c:cat>
            <c:strRef>
              <c:f>Foglio1!$A$2:$A$5</c:f>
              <c:strCache>
                <c:ptCount val="4"/>
                <c:pt idx="0">
                  <c:v>Categoria 1</c:v>
                </c:pt>
                <c:pt idx="1">
                  <c:v>Categoria 2</c:v>
                </c:pt>
                <c:pt idx="2">
                  <c:v>Categoria 3</c:v>
                </c:pt>
                <c:pt idx="3">
                  <c:v>Categoria 4</c:v>
                </c:pt>
              </c:strCache>
            </c:strRef>
          </c:cat>
          <c:val>
            <c:numRef>
              <c:f>Foglio1!$B$2:$B$5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843-6243-93FF-BA006A7DA150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Serie 2</c:v>
                </c:pt>
              </c:strCache>
            </c:strRef>
          </c:tx>
          <c:spPr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  <a:effectLst/>
          </c:spPr>
          <c:invertIfNegative val="0"/>
          <c:cat>
            <c:strRef>
              <c:f>Foglio1!$A$2:$A$5</c:f>
              <c:strCache>
                <c:ptCount val="4"/>
                <c:pt idx="0">
                  <c:v>Categoria 1</c:v>
                </c:pt>
                <c:pt idx="1">
                  <c:v>Categoria 2</c:v>
                </c:pt>
                <c:pt idx="2">
                  <c:v>Categoria 3</c:v>
                </c:pt>
                <c:pt idx="3">
                  <c:v>Categoria 4</c:v>
                </c:pt>
              </c:strCache>
            </c:strRef>
          </c:cat>
          <c:val>
            <c:numRef>
              <c:f>Foglio1!$C$2:$C$5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843-6243-93FF-BA006A7DA150}"/>
            </c:ext>
          </c:extLst>
        </c:ser>
        <c:ser>
          <c:idx val="2"/>
          <c:order val="2"/>
          <c:tx>
            <c:strRef>
              <c:f>Foglio1!$D$1</c:f>
              <c:strCache>
                <c:ptCount val="1"/>
                <c:pt idx="0">
                  <c:v>Serie 3</c:v>
                </c:pt>
              </c:strCache>
            </c:strRef>
          </c:tx>
          <c:spPr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Foglio1!$A$2:$A$5</c:f>
              <c:strCache>
                <c:ptCount val="4"/>
                <c:pt idx="0">
                  <c:v>Categoria 1</c:v>
                </c:pt>
                <c:pt idx="1">
                  <c:v>Categoria 2</c:v>
                </c:pt>
                <c:pt idx="2">
                  <c:v>Categoria 3</c:v>
                </c:pt>
                <c:pt idx="3">
                  <c:v>Categoria 4</c:v>
                </c:pt>
              </c:strCache>
            </c:strRef>
          </c:cat>
          <c:val>
            <c:numRef>
              <c:f>Foglio1!$D$2:$D$5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843-6243-93FF-BA006A7DA15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-1088320544"/>
        <c:axId val="-1087720176"/>
      </c:barChart>
      <c:catAx>
        <c:axId val="-10883205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Rubik" pitchFamily="2" charset="-79"/>
                <a:ea typeface="+mn-ea"/>
                <a:cs typeface="Rubik" pitchFamily="2" charset="-79"/>
              </a:defRPr>
            </a:pPr>
            <a:endParaRPr lang="en-IT"/>
          </a:p>
        </c:txPr>
        <c:crossAx val="-1087720176"/>
        <c:crosses val="autoZero"/>
        <c:auto val="1"/>
        <c:lblAlgn val="ctr"/>
        <c:lblOffset val="100"/>
        <c:noMultiLvlLbl val="0"/>
      </c:catAx>
      <c:valAx>
        <c:axId val="-10877201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IT"/>
          </a:p>
        </c:txPr>
        <c:crossAx val="-10883205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Rubik" pitchFamily="2" charset="-79"/>
              <a:ea typeface="+mn-ea"/>
              <a:cs typeface="Rubik" pitchFamily="2" charset="-79"/>
            </a:defRPr>
          </a:pPr>
          <a:endParaRPr lang="en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IT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C85F60-0429-014B-94F4-5F04CDE84950}" type="datetimeFigureOut">
              <a:rPr lang="it-IT" smtClean="0"/>
              <a:t>12/09/25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57F3DC-54A1-8348-9B9C-E6CA6C4BBF2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796101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i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egnaposto numero diapositiva 5">
            <a:extLst>
              <a:ext uri="{FF2B5EF4-FFF2-40B4-BE49-F238E27FC236}">
                <a16:creationId xmlns:a16="http://schemas.microsoft.com/office/drawing/2014/main" id="{9B9958FE-5604-404E-8CFA-78FDCCB37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64918" y="6292979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000" b="0" i="0">
                <a:solidFill>
                  <a:srgbClr val="426EB0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fld id="{017CC9F7-E331-4A4D-8258-210102ABDB4E}" type="slidenum">
              <a:rPr lang="it-IT" smtClean="0"/>
              <a:pPr/>
              <a:t>‹#›</a:t>
            </a:fld>
            <a:endParaRPr lang="it-IT" dirty="0"/>
          </a:p>
        </p:txBody>
      </p:sp>
      <p:sp>
        <p:nvSpPr>
          <p:cNvPr id="11" name="Titolo 1">
            <a:extLst>
              <a:ext uri="{FF2B5EF4-FFF2-40B4-BE49-F238E27FC236}">
                <a16:creationId xmlns:a16="http://schemas.microsoft.com/office/drawing/2014/main" id="{B06AE38A-F37A-7D46-A340-4C7B145E38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828" y="788187"/>
            <a:ext cx="10650644" cy="689022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>
              <a:defRPr sz="2500" b="1" i="0">
                <a:solidFill>
                  <a:schemeClr val="tx1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it-IT" dirty="0"/>
              <a:t>Titolo della presentazione</a:t>
            </a:r>
            <a:br>
              <a:rPr lang="it-IT" dirty="0"/>
            </a:br>
            <a:r>
              <a:rPr lang="it-IT" dirty="0"/>
              <a:t>fino a 2 righe (slide indice)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5A7CA3FF-1A1E-FD47-86A1-810C49CFD445}"/>
              </a:ext>
            </a:extLst>
          </p:cNvPr>
          <p:cNvSpPr txBox="1"/>
          <p:nvPr userDrawn="1"/>
        </p:nvSpPr>
        <p:spPr>
          <a:xfrm>
            <a:off x="774828" y="490985"/>
            <a:ext cx="85039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000" b="0" i="0" dirty="0">
                <a:solidFill>
                  <a:srgbClr val="426EB0"/>
                </a:solidFill>
                <a:latin typeface="Rubik" pitchFamily="2" charset="-79"/>
                <a:cs typeface="Rubik" pitchFamily="2" charset="-79"/>
              </a:rPr>
              <a:t>INDICE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E82D60A8-F793-1943-A516-C848EC0F6ED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74700" y="1571625"/>
            <a:ext cx="10650538" cy="77628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it-IT" dirty="0"/>
              <a:t>Sottotitolo della presentazione </a:t>
            </a:r>
          </a:p>
        </p:txBody>
      </p:sp>
      <p:sp>
        <p:nvSpPr>
          <p:cNvPr id="7" name="Segnaposto testo 6">
            <a:extLst>
              <a:ext uri="{FF2B5EF4-FFF2-40B4-BE49-F238E27FC236}">
                <a16:creationId xmlns:a16="http://schemas.microsoft.com/office/drawing/2014/main" id="{E5C8BB61-84B7-B74E-AE6B-B221D27BAE2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74700" y="2643188"/>
            <a:ext cx="4946650" cy="2482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426EB0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it-IT" dirty="0"/>
              <a:t>Capitolo n° (o titolo)</a:t>
            </a:r>
          </a:p>
        </p:txBody>
      </p:sp>
      <p:sp>
        <p:nvSpPr>
          <p:cNvPr id="14" name="Segnaposto testo 13">
            <a:extLst>
              <a:ext uri="{FF2B5EF4-FFF2-40B4-BE49-F238E27FC236}">
                <a16:creationId xmlns:a16="http://schemas.microsoft.com/office/drawing/2014/main" id="{B594B802-CC87-544A-8F48-49ABD2BFD49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74700" y="2904048"/>
            <a:ext cx="4946650" cy="7651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it-IT" dirty="0" err="1"/>
              <a:t>Lorem</a:t>
            </a:r>
            <a:r>
              <a:rPr lang="it-IT" dirty="0"/>
              <a:t> </a:t>
            </a:r>
            <a:r>
              <a:rPr lang="it-IT" dirty="0" err="1"/>
              <a:t>ipsum</a:t>
            </a:r>
            <a:r>
              <a:rPr lang="it-IT" dirty="0"/>
              <a:t> </a:t>
            </a:r>
            <a:r>
              <a:rPr lang="it-IT" dirty="0" err="1"/>
              <a:t>dolor</a:t>
            </a:r>
            <a:r>
              <a:rPr lang="it-IT" dirty="0"/>
              <a:t> </a:t>
            </a:r>
            <a:r>
              <a:rPr lang="it-IT" dirty="0" err="1"/>
              <a:t>sit</a:t>
            </a:r>
            <a:r>
              <a:rPr lang="it-IT" dirty="0"/>
              <a:t> </a:t>
            </a:r>
            <a:r>
              <a:rPr lang="it-IT" dirty="0" err="1"/>
              <a:t>amet</a:t>
            </a:r>
            <a:r>
              <a:rPr lang="it-IT" dirty="0"/>
              <a:t> </a:t>
            </a:r>
            <a:r>
              <a:rPr lang="it-IT" dirty="0" err="1"/>
              <a:t>consectetur</a:t>
            </a:r>
            <a:r>
              <a:rPr lang="it-IT" dirty="0"/>
              <a:t>…</a:t>
            </a:r>
          </a:p>
        </p:txBody>
      </p:sp>
      <p:sp>
        <p:nvSpPr>
          <p:cNvPr id="19" name="Segnaposto testo 6">
            <a:extLst>
              <a:ext uri="{FF2B5EF4-FFF2-40B4-BE49-F238E27FC236}">
                <a16:creationId xmlns:a16="http://schemas.microsoft.com/office/drawing/2014/main" id="{F7178EBB-A607-5549-B1C0-858378B01E8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74700" y="3669223"/>
            <a:ext cx="4946650" cy="2482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426EB0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it-IT" dirty="0"/>
              <a:t>Capitolo n° (o titolo)</a:t>
            </a:r>
          </a:p>
        </p:txBody>
      </p:sp>
      <p:sp>
        <p:nvSpPr>
          <p:cNvPr id="20" name="Segnaposto testo 13">
            <a:extLst>
              <a:ext uri="{FF2B5EF4-FFF2-40B4-BE49-F238E27FC236}">
                <a16:creationId xmlns:a16="http://schemas.microsoft.com/office/drawing/2014/main" id="{78D4905F-7E97-3848-9593-6CD196906F0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74700" y="3930083"/>
            <a:ext cx="4946650" cy="7651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it-IT" dirty="0" err="1"/>
              <a:t>Lorem</a:t>
            </a:r>
            <a:r>
              <a:rPr lang="it-IT" dirty="0"/>
              <a:t> </a:t>
            </a:r>
            <a:r>
              <a:rPr lang="it-IT" dirty="0" err="1"/>
              <a:t>ipsum</a:t>
            </a:r>
            <a:r>
              <a:rPr lang="it-IT" dirty="0"/>
              <a:t> </a:t>
            </a:r>
            <a:r>
              <a:rPr lang="it-IT" dirty="0" err="1"/>
              <a:t>dolor</a:t>
            </a:r>
            <a:r>
              <a:rPr lang="it-IT" dirty="0"/>
              <a:t> </a:t>
            </a:r>
            <a:r>
              <a:rPr lang="it-IT" dirty="0" err="1"/>
              <a:t>sit</a:t>
            </a:r>
            <a:r>
              <a:rPr lang="it-IT" dirty="0"/>
              <a:t> </a:t>
            </a:r>
            <a:r>
              <a:rPr lang="it-IT" dirty="0" err="1"/>
              <a:t>amet</a:t>
            </a:r>
            <a:r>
              <a:rPr lang="it-IT" dirty="0"/>
              <a:t> </a:t>
            </a:r>
            <a:r>
              <a:rPr lang="it-IT" dirty="0" err="1"/>
              <a:t>consectetur</a:t>
            </a:r>
            <a:r>
              <a:rPr lang="it-IT" dirty="0"/>
              <a:t>…</a:t>
            </a:r>
          </a:p>
        </p:txBody>
      </p:sp>
      <p:sp>
        <p:nvSpPr>
          <p:cNvPr id="21" name="Segnaposto testo 6">
            <a:extLst>
              <a:ext uri="{FF2B5EF4-FFF2-40B4-BE49-F238E27FC236}">
                <a16:creationId xmlns:a16="http://schemas.microsoft.com/office/drawing/2014/main" id="{11911B18-BBF5-5C45-83B1-D0C3D9BD61F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74700" y="4695258"/>
            <a:ext cx="4946650" cy="2482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426EB0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it-IT" dirty="0"/>
              <a:t>Capitolo n° (o titolo)</a:t>
            </a:r>
          </a:p>
        </p:txBody>
      </p:sp>
      <p:sp>
        <p:nvSpPr>
          <p:cNvPr id="22" name="Segnaposto testo 13">
            <a:extLst>
              <a:ext uri="{FF2B5EF4-FFF2-40B4-BE49-F238E27FC236}">
                <a16:creationId xmlns:a16="http://schemas.microsoft.com/office/drawing/2014/main" id="{39A2FB51-76B6-6D4C-A58C-09B2AC0D72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74700" y="4956118"/>
            <a:ext cx="4946650" cy="7651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it-IT" dirty="0" err="1"/>
              <a:t>Lorem</a:t>
            </a:r>
            <a:r>
              <a:rPr lang="it-IT" dirty="0"/>
              <a:t> </a:t>
            </a:r>
            <a:r>
              <a:rPr lang="it-IT" dirty="0" err="1"/>
              <a:t>ipsum</a:t>
            </a:r>
            <a:r>
              <a:rPr lang="it-IT" dirty="0"/>
              <a:t> </a:t>
            </a:r>
            <a:r>
              <a:rPr lang="it-IT" dirty="0" err="1"/>
              <a:t>dolor</a:t>
            </a:r>
            <a:r>
              <a:rPr lang="it-IT" dirty="0"/>
              <a:t> </a:t>
            </a:r>
            <a:r>
              <a:rPr lang="it-IT" dirty="0" err="1"/>
              <a:t>sit</a:t>
            </a:r>
            <a:r>
              <a:rPr lang="it-IT" dirty="0"/>
              <a:t> </a:t>
            </a:r>
            <a:r>
              <a:rPr lang="it-IT" dirty="0" err="1"/>
              <a:t>amet</a:t>
            </a:r>
            <a:r>
              <a:rPr lang="it-IT" dirty="0"/>
              <a:t> </a:t>
            </a:r>
            <a:r>
              <a:rPr lang="it-IT" dirty="0" err="1"/>
              <a:t>consectetur</a:t>
            </a:r>
            <a:r>
              <a:rPr lang="it-IT" dirty="0"/>
              <a:t>…</a:t>
            </a:r>
          </a:p>
        </p:txBody>
      </p:sp>
      <p:sp>
        <p:nvSpPr>
          <p:cNvPr id="23" name="Segnaposto testo 6">
            <a:extLst>
              <a:ext uri="{FF2B5EF4-FFF2-40B4-BE49-F238E27FC236}">
                <a16:creationId xmlns:a16="http://schemas.microsoft.com/office/drawing/2014/main" id="{0C97B4B4-0A07-6446-9B89-F31A8D2672A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461468" y="2630621"/>
            <a:ext cx="4946650" cy="2482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426EB0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it-IT" dirty="0"/>
              <a:t>Capitolo n° (o titolo)</a:t>
            </a:r>
          </a:p>
        </p:txBody>
      </p:sp>
      <p:sp>
        <p:nvSpPr>
          <p:cNvPr id="24" name="Segnaposto testo 13">
            <a:extLst>
              <a:ext uri="{FF2B5EF4-FFF2-40B4-BE49-F238E27FC236}">
                <a16:creationId xmlns:a16="http://schemas.microsoft.com/office/drawing/2014/main" id="{99403183-F5D5-124B-83CF-11107F07E72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461468" y="2891481"/>
            <a:ext cx="4946650" cy="7651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it-IT" dirty="0" err="1"/>
              <a:t>Lorem</a:t>
            </a:r>
            <a:r>
              <a:rPr lang="it-IT" dirty="0"/>
              <a:t> </a:t>
            </a:r>
            <a:r>
              <a:rPr lang="it-IT" dirty="0" err="1"/>
              <a:t>ipsum</a:t>
            </a:r>
            <a:r>
              <a:rPr lang="it-IT" dirty="0"/>
              <a:t> </a:t>
            </a:r>
            <a:r>
              <a:rPr lang="it-IT" dirty="0" err="1"/>
              <a:t>dolor</a:t>
            </a:r>
            <a:r>
              <a:rPr lang="it-IT" dirty="0"/>
              <a:t> </a:t>
            </a:r>
            <a:r>
              <a:rPr lang="it-IT" dirty="0" err="1"/>
              <a:t>sit</a:t>
            </a:r>
            <a:r>
              <a:rPr lang="it-IT" dirty="0"/>
              <a:t> </a:t>
            </a:r>
            <a:r>
              <a:rPr lang="it-IT" dirty="0" err="1"/>
              <a:t>amet</a:t>
            </a:r>
            <a:r>
              <a:rPr lang="it-IT" dirty="0"/>
              <a:t> </a:t>
            </a:r>
            <a:r>
              <a:rPr lang="it-IT" dirty="0" err="1"/>
              <a:t>consectetur</a:t>
            </a:r>
            <a:r>
              <a:rPr lang="it-IT" dirty="0"/>
              <a:t>…</a:t>
            </a:r>
          </a:p>
        </p:txBody>
      </p:sp>
      <p:sp>
        <p:nvSpPr>
          <p:cNvPr id="25" name="Segnaposto testo 6">
            <a:extLst>
              <a:ext uri="{FF2B5EF4-FFF2-40B4-BE49-F238E27FC236}">
                <a16:creationId xmlns:a16="http://schemas.microsoft.com/office/drawing/2014/main" id="{33302862-B9D7-274D-B40F-F421FF7FD57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461468" y="3656656"/>
            <a:ext cx="4946650" cy="2482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426EB0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it-IT" dirty="0"/>
              <a:t>Capitolo n° (o titolo)</a:t>
            </a:r>
          </a:p>
        </p:txBody>
      </p:sp>
      <p:sp>
        <p:nvSpPr>
          <p:cNvPr id="26" name="Segnaposto testo 13">
            <a:extLst>
              <a:ext uri="{FF2B5EF4-FFF2-40B4-BE49-F238E27FC236}">
                <a16:creationId xmlns:a16="http://schemas.microsoft.com/office/drawing/2014/main" id="{D2D52091-6215-9D48-8F8F-2D11E10FE0E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461468" y="3917516"/>
            <a:ext cx="4946650" cy="7651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it-IT" dirty="0" err="1"/>
              <a:t>Lorem</a:t>
            </a:r>
            <a:r>
              <a:rPr lang="it-IT" dirty="0"/>
              <a:t> </a:t>
            </a:r>
            <a:r>
              <a:rPr lang="it-IT" dirty="0" err="1"/>
              <a:t>ipsum</a:t>
            </a:r>
            <a:r>
              <a:rPr lang="it-IT" dirty="0"/>
              <a:t> </a:t>
            </a:r>
            <a:r>
              <a:rPr lang="it-IT" dirty="0" err="1"/>
              <a:t>dolor</a:t>
            </a:r>
            <a:r>
              <a:rPr lang="it-IT" dirty="0"/>
              <a:t> </a:t>
            </a:r>
            <a:r>
              <a:rPr lang="it-IT" dirty="0" err="1"/>
              <a:t>sit</a:t>
            </a:r>
            <a:r>
              <a:rPr lang="it-IT" dirty="0"/>
              <a:t> </a:t>
            </a:r>
            <a:r>
              <a:rPr lang="it-IT" dirty="0" err="1"/>
              <a:t>amet</a:t>
            </a:r>
            <a:r>
              <a:rPr lang="it-IT" dirty="0"/>
              <a:t> </a:t>
            </a:r>
            <a:r>
              <a:rPr lang="it-IT" dirty="0" err="1"/>
              <a:t>consectetur</a:t>
            </a:r>
            <a:r>
              <a:rPr lang="it-IT" dirty="0"/>
              <a:t>…</a:t>
            </a:r>
          </a:p>
        </p:txBody>
      </p:sp>
      <p:sp>
        <p:nvSpPr>
          <p:cNvPr id="27" name="Segnaposto testo 6">
            <a:extLst>
              <a:ext uri="{FF2B5EF4-FFF2-40B4-BE49-F238E27FC236}">
                <a16:creationId xmlns:a16="http://schemas.microsoft.com/office/drawing/2014/main" id="{66BB167B-F50F-A944-9208-5A1763C0DF0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461468" y="4682691"/>
            <a:ext cx="4946650" cy="2482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426EB0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it-IT" dirty="0"/>
              <a:t>Capitolo n° (o titolo)</a:t>
            </a:r>
          </a:p>
        </p:txBody>
      </p:sp>
      <p:sp>
        <p:nvSpPr>
          <p:cNvPr id="28" name="Segnaposto testo 13">
            <a:extLst>
              <a:ext uri="{FF2B5EF4-FFF2-40B4-BE49-F238E27FC236}">
                <a16:creationId xmlns:a16="http://schemas.microsoft.com/office/drawing/2014/main" id="{F3EBBE11-3691-3C49-882C-3D011CFA5FB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61468" y="4943551"/>
            <a:ext cx="4946650" cy="7651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it-IT" dirty="0" err="1"/>
              <a:t>Lorem</a:t>
            </a:r>
            <a:r>
              <a:rPr lang="it-IT" dirty="0"/>
              <a:t> </a:t>
            </a:r>
            <a:r>
              <a:rPr lang="it-IT" dirty="0" err="1"/>
              <a:t>ipsum</a:t>
            </a:r>
            <a:r>
              <a:rPr lang="it-IT" dirty="0"/>
              <a:t> </a:t>
            </a:r>
            <a:r>
              <a:rPr lang="it-IT" dirty="0" err="1"/>
              <a:t>dolor</a:t>
            </a:r>
            <a:r>
              <a:rPr lang="it-IT" dirty="0"/>
              <a:t> </a:t>
            </a:r>
            <a:r>
              <a:rPr lang="it-IT" dirty="0" err="1"/>
              <a:t>sit</a:t>
            </a:r>
            <a:r>
              <a:rPr lang="it-IT" dirty="0"/>
              <a:t> </a:t>
            </a:r>
            <a:r>
              <a:rPr lang="it-IT" dirty="0" err="1"/>
              <a:t>amet</a:t>
            </a:r>
            <a:r>
              <a:rPr lang="it-IT" dirty="0"/>
              <a:t> </a:t>
            </a:r>
            <a:r>
              <a:rPr lang="it-IT" dirty="0" err="1"/>
              <a:t>consectetur</a:t>
            </a:r>
            <a:r>
              <a:rPr lang="it-IT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732106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esto 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067467B-D67A-E942-A1A0-204F358031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828" y="569535"/>
            <a:ext cx="10650644" cy="996715"/>
          </a:xfrm>
          <a:prstGeom prst="rect">
            <a:avLst/>
          </a:prstGeom>
        </p:spPr>
        <p:txBody>
          <a:bodyPr anchor="t" anchorCtr="0">
            <a:normAutofit/>
          </a:bodyPr>
          <a:lstStyle>
            <a:lvl1pPr>
              <a:defRPr sz="3500" b="1" i="0">
                <a:solidFill>
                  <a:schemeClr val="tx1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it-IT" dirty="0"/>
              <a:t>Titolo della slide</a:t>
            </a:r>
            <a:br>
              <a:rPr lang="it-IT" dirty="0"/>
            </a:br>
            <a:r>
              <a:rPr lang="it-IT" dirty="0"/>
              <a:t>fino a 2 righe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5897087-8B22-1A48-99C5-5F9BFE8DE7C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70677" y="2201713"/>
            <a:ext cx="10650645" cy="358767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Rubik" pitchFamily="2" charset="-79"/>
                <a:cs typeface="Rubik" pitchFamily="2" charset="-79"/>
              </a:defRPr>
            </a:lvl1pPr>
          </a:lstStyle>
          <a:p>
            <a:pPr lvl="0"/>
            <a:r>
              <a:rPr lang="it-IT" dirty="0"/>
              <a:t>Testo della slide.</a:t>
            </a:r>
            <a:br>
              <a:rPr lang="it-IT" dirty="0"/>
            </a:br>
            <a:r>
              <a:rPr lang="it-IT" dirty="0" err="1"/>
              <a:t>Lorem</a:t>
            </a:r>
            <a:r>
              <a:rPr lang="it-IT" dirty="0"/>
              <a:t> </a:t>
            </a:r>
            <a:r>
              <a:rPr lang="it-IT" dirty="0" err="1"/>
              <a:t>ipsum</a:t>
            </a:r>
            <a:r>
              <a:rPr lang="it-IT" dirty="0"/>
              <a:t> </a:t>
            </a:r>
            <a:r>
              <a:rPr lang="it-IT" dirty="0" err="1"/>
              <a:t>dolor</a:t>
            </a:r>
            <a:r>
              <a:rPr lang="it-IT" dirty="0"/>
              <a:t> </a:t>
            </a:r>
            <a:r>
              <a:rPr lang="it-IT" dirty="0" err="1"/>
              <a:t>sit</a:t>
            </a:r>
            <a:r>
              <a:rPr lang="it-IT" dirty="0"/>
              <a:t> </a:t>
            </a:r>
            <a:r>
              <a:rPr lang="it-IT" dirty="0" err="1"/>
              <a:t>amet</a:t>
            </a:r>
            <a:r>
              <a:rPr lang="it-IT" dirty="0"/>
              <a:t>, </a:t>
            </a:r>
            <a:r>
              <a:rPr lang="it-IT" dirty="0" err="1"/>
              <a:t>consectetur</a:t>
            </a:r>
            <a:r>
              <a:rPr lang="it-IT" dirty="0"/>
              <a:t> </a:t>
            </a:r>
            <a:r>
              <a:rPr lang="it-IT" dirty="0" err="1"/>
              <a:t>adipiscing</a:t>
            </a:r>
            <a:r>
              <a:rPr lang="it-IT" dirty="0"/>
              <a:t> </a:t>
            </a:r>
            <a:r>
              <a:rPr lang="it-IT" dirty="0" err="1"/>
              <a:t>elit</a:t>
            </a:r>
            <a:r>
              <a:rPr lang="it-IT" dirty="0"/>
              <a:t>. </a:t>
            </a:r>
            <a:r>
              <a:rPr lang="it-IT" dirty="0" err="1"/>
              <a:t>Sed</a:t>
            </a:r>
            <a:r>
              <a:rPr lang="it-IT" dirty="0"/>
              <a:t> </a:t>
            </a:r>
            <a:r>
              <a:rPr lang="it-IT" dirty="0" err="1"/>
              <a:t>vel</a:t>
            </a:r>
            <a:r>
              <a:rPr lang="it-IT" dirty="0"/>
              <a:t> </a:t>
            </a:r>
            <a:r>
              <a:rPr lang="it-IT" dirty="0" err="1"/>
              <a:t>tellus</a:t>
            </a:r>
            <a:r>
              <a:rPr lang="it-IT" dirty="0"/>
              <a:t> </a:t>
            </a:r>
            <a:r>
              <a:rPr lang="it-IT" dirty="0" err="1"/>
              <a:t>efficitur</a:t>
            </a:r>
            <a:r>
              <a:rPr lang="it-IT" dirty="0"/>
              <a:t>, </a:t>
            </a:r>
            <a:r>
              <a:rPr lang="it-IT" dirty="0" err="1"/>
              <a:t>consequat</a:t>
            </a:r>
            <a:r>
              <a:rPr lang="it-IT" dirty="0"/>
              <a:t> </a:t>
            </a:r>
            <a:r>
              <a:rPr lang="it-IT" dirty="0" err="1"/>
              <a:t>neque</a:t>
            </a:r>
            <a:r>
              <a:rPr lang="it-IT" dirty="0"/>
              <a:t> </a:t>
            </a:r>
            <a:r>
              <a:rPr lang="it-IT" dirty="0" err="1"/>
              <a:t>sed</a:t>
            </a:r>
            <a:r>
              <a:rPr lang="it-IT" dirty="0"/>
              <a:t>, </a:t>
            </a:r>
            <a:r>
              <a:rPr lang="it-IT" dirty="0" err="1"/>
              <a:t>consectetur</a:t>
            </a:r>
            <a:r>
              <a:rPr lang="it-IT" dirty="0"/>
              <a:t> </a:t>
            </a:r>
            <a:r>
              <a:rPr lang="it-IT" dirty="0" err="1"/>
              <a:t>nunc</a:t>
            </a:r>
            <a:r>
              <a:rPr lang="it-IT" dirty="0"/>
              <a:t>. </a:t>
            </a:r>
            <a:r>
              <a:rPr lang="it-IT" dirty="0" err="1"/>
              <a:t>Pellentesque</a:t>
            </a:r>
            <a:r>
              <a:rPr lang="it-IT" dirty="0"/>
              <a:t> </a:t>
            </a:r>
            <a:r>
              <a:rPr lang="it-IT" dirty="0" err="1"/>
              <a:t>blandit</a:t>
            </a:r>
            <a:r>
              <a:rPr lang="it-IT" dirty="0"/>
              <a:t> </a:t>
            </a:r>
            <a:r>
              <a:rPr lang="it-IT" dirty="0" err="1"/>
              <a:t>interdum</a:t>
            </a:r>
            <a:r>
              <a:rPr lang="it-IT" dirty="0"/>
              <a:t> </a:t>
            </a:r>
            <a:r>
              <a:rPr lang="it-IT" dirty="0" err="1"/>
              <a:t>lobortis</a:t>
            </a:r>
            <a:r>
              <a:rPr lang="it-IT" dirty="0"/>
              <a:t>. Ut et ligula </a:t>
            </a:r>
            <a:r>
              <a:rPr lang="it-IT" dirty="0" err="1"/>
              <a:t>vel</a:t>
            </a:r>
            <a:r>
              <a:rPr lang="it-IT" dirty="0"/>
              <a:t> </a:t>
            </a:r>
            <a:r>
              <a:rPr lang="it-IT" dirty="0" err="1"/>
              <a:t>felis</a:t>
            </a:r>
            <a:r>
              <a:rPr lang="it-IT" dirty="0"/>
              <a:t> </a:t>
            </a:r>
            <a:r>
              <a:rPr lang="it-IT" dirty="0" err="1"/>
              <a:t>iaculis</a:t>
            </a:r>
            <a:r>
              <a:rPr lang="it-IT" dirty="0"/>
              <a:t> </a:t>
            </a:r>
            <a:r>
              <a:rPr lang="it-IT" dirty="0" err="1"/>
              <a:t>volutpat</a:t>
            </a:r>
            <a:r>
              <a:rPr lang="it-IT" dirty="0"/>
              <a:t>. Morbi </a:t>
            </a:r>
            <a:r>
              <a:rPr lang="it-IT" dirty="0" err="1"/>
              <a:t>sed</a:t>
            </a:r>
            <a:r>
              <a:rPr lang="it-IT" dirty="0"/>
              <a:t> </a:t>
            </a:r>
            <a:r>
              <a:rPr lang="it-IT" dirty="0" err="1"/>
              <a:t>velit</a:t>
            </a:r>
            <a:r>
              <a:rPr lang="it-IT" dirty="0"/>
              <a:t> </a:t>
            </a:r>
            <a:r>
              <a:rPr lang="it-IT" dirty="0" err="1"/>
              <a:t>lorem</a:t>
            </a:r>
            <a:r>
              <a:rPr lang="it-IT" dirty="0"/>
              <a:t>. </a:t>
            </a:r>
            <a:r>
              <a:rPr lang="it-IT" dirty="0" err="1"/>
              <a:t>Suspendisse</a:t>
            </a:r>
            <a:r>
              <a:rPr lang="it-IT" dirty="0"/>
              <a:t> </a:t>
            </a:r>
            <a:r>
              <a:rPr lang="it-IT" dirty="0" err="1"/>
              <a:t>turpis</a:t>
            </a:r>
            <a:r>
              <a:rPr lang="it-IT" dirty="0"/>
              <a:t> </a:t>
            </a:r>
            <a:r>
              <a:rPr lang="it-IT" dirty="0" err="1"/>
              <a:t>sem</a:t>
            </a:r>
            <a:r>
              <a:rPr lang="it-IT" dirty="0"/>
              <a:t>, </a:t>
            </a:r>
            <a:r>
              <a:rPr lang="it-IT" dirty="0" err="1"/>
              <a:t>tincidunt</a:t>
            </a:r>
            <a:r>
              <a:rPr lang="it-IT" dirty="0"/>
              <a:t> pulvinar </a:t>
            </a:r>
            <a:r>
              <a:rPr lang="it-IT" dirty="0" err="1"/>
              <a:t>sodales</a:t>
            </a:r>
            <a:r>
              <a:rPr lang="it-IT" dirty="0"/>
              <a:t> </a:t>
            </a:r>
            <a:r>
              <a:rPr lang="it-IT" dirty="0" err="1"/>
              <a:t>sed</a:t>
            </a:r>
            <a:r>
              <a:rPr lang="it-IT" dirty="0"/>
              <a:t>, </a:t>
            </a:r>
            <a:r>
              <a:rPr lang="it-IT" dirty="0" err="1"/>
              <a:t>feugiat</a:t>
            </a:r>
            <a:r>
              <a:rPr lang="it-IT" dirty="0"/>
              <a:t> a </a:t>
            </a:r>
            <a:r>
              <a:rPr lang="it-IT" dirty="0" err="1"/>
              <a:t>erat</a:t>
            </a:r>
            <a:r>
              <a:rPr lang="it-IT" dirty="0"/>
              <a:t>. </a:t>
            </a:r>
            <a:r>
              <a:rPr lang="it-IT" dirty="0" err="1"/>
              <a:t>Phasellus</a:t>
            </a:r>
            <a:r>
              <a:rPr lang="it-IT" dirty="0"/>
              <a:t> ut mi </a:t>
            </a:r>
            <a:r>
              <a:rPr lang="it-IT" dirty="0" err="1"/>
              <a:t>at</a:t>
            </a:r>
            <a:r>
              <a:rPr lang="it-IT" dirty="0"/>
              <a:t> </a:t>
            </a:r>
            <a:r>
              <a:rPr lang="it-IT" dirty="0" err="1"/>
              <a:t>tortor</a:t>
            </a:r>
            <a:r>
              <a:rPr lang="it-IT" dirty="0"/>
              <a:t> </a:t>
            </a:r>
            <a:r>
              <a:rPr lang="it-IT" dirty="0" err="1"/>
              <a:t>interdum</a:t>
            </a:r>
            <a:r>
              <a:rPr lang="it-IT" dirty="0"/>
              <a:t> </a:t>
            </a:r>
            <a:r>
              <a:rPr lang="it-IT" dirty="0" err="1"/>
              <a:t>dictum</a:t>
            </a:r>
            <a:r>
              <a:rPr lang="it-IT" dirty="0"/>
              <a:t>. </a:t>
            </a:r>
            <a:r>
              <a:rPr lang="it-IT" dirty="0" err="1"/>
              <a:t>Sed</a:t>
            </a:r>
            <a:r>
              <a:rPr lang="it-IT" dirty="0"/>
              <a:t> </a:t>
            </a:r>
            <a:r>
              <a:rPr lang="it-IT" dirty="0" err="1"/>
              <a:t>accumsan</a:t>
            </a:r>
            <a:r>
              <a:rPr lang="it-IT" dirty="0"/>
              <a:t> </a:t>
            </a:r>
            <a:r>
              <a:rPr lang="it-IT" dirty="0" err="1"/>
              <a:t>mauris</a:t>
            </a:r>
            <a:r>
              <a:rPr lang="it-IT" dirty="0"/>
              <a:t> id </a:t>
            </a:r>
            <a:r>
              <a:rPr lang="it-IT" dirty="0" err="1"/>
              <a:t>augue</a:t>
            </a:r>
            <a:r>
              <a:rPr lang="it-IT" dirty="0"/>
              <a:t> </a:t>
            </a:r>
            <a:r>
              <a:rPr lang="it-IT" dirty="0" err="1"/>
              <a:t>bibendum</a:t>
            </a:r>
            <a:r>
              <a:rPr lang="it-IT" dirty="0"/>
              <a:t> </a:t>
            </a:r>
            <a:r>
              <a:rPr lang="it-IT" dirty="0" err="1"/>
              <a:t>dictum</a:t>
            </a:r>
            <a:r>
              <a:rPr lang="it-IT" dirty="0"/>
              <a:t>.</a:t>
            </a:r>
          </a:p>
          <a:p>
            <a:pPr lvl="0"/>
            <a:r>
              <a:rPr lang="it-IT" dirty="0" err="1"/>
              <a:t>Nam</a:t>
            </a:r>
            <a:r>
              <a:rPr lang="it-IT" dirty="0"/>
              <a:t> </a:t>
            </a:r>
            <a:r>
              <a:rPr lang="it-IT" dirty="0" err="1"/>
              <a:t>vel</a:t>
            </a:r>
            <a:r>
              <a:rPr lang="it-IT" dirty="0"/>
              <a:t> </a:t>
            </a:r>
            <a:r>
              <a:rPr lang="it-IT" dirty="0" err="1"/>
              <a:t>rutrum</a:t>
            </a:r>
            <a:r>
              <a:rPr lang="it-IT" dirty="0"/>
              <a:t> </a:t>
            </a:r>
            <a:r>
              <a:rPr lang="it-IT" dirty="0" err="1"/>
              <a:t>tellus</a:t>
            </a:r>
            <a:r>
              <a:rPr lang="it-IT" dirty="0"/>
              <a:t>. </a:t>
            </a:r>
            <a:r>
              <a:rPr lang="it-IT" dirty="0" err="1"/>
              <a:t>Nam</a:t>
            </a:r>
            <a:r>
              <a:rPr lang="it-IT" dirty="0"/>
              <a:t> </a:t>
            </a:r>
            <a:r>
              <a:rPr lang="it-IT" dirty="0" err="1"/>
              <a:t>rutrum</a:t>
            </a:r>
            <a:r>
              <a:rPr lang="it-IT" dirty="0"/>
              <a:t> pulvinar </a:t>
            </a:r>
            <a:r>
              <a:rPr lang="it-IT" dirty="0" err="1"/>
              <a:t>arcu</a:t>
            </a:r>
            <a:r>
              <a:rPr lang="it-IT" dirty="0"/>
              <a:t>, in </a:t>
            </a:r>
            <a:r>
              <a:rPr lang="it-IT" dirty="0" err="1"/>
              <a:t>auctor</a:t>
            </a:r>
            <a:r>
              <a:rPr lang="it-IT" dirty="0"/>
              <a:t> </a:t>
            </a:r>
            <a:r>
              <a:rPr lang="it-IT" dirty="0" err="1"/>
              <a:t>lectus</a:t>
            </a:r>
            <a:r>
              <a:rPr lang="it-IT" dirty="0"/>
              <a:t>. In non </a:t>
            </a:r>
            <a:r>
              <a:rPr lang="it-IT" dirty="0" err="1"/>
              <a:t>risus</a:t>
            </a:r>
            <a:r>
              <a:rPr lang="it-IT" dirty="0"/>
              <a:t> </a:t>
            </a:r>
            <a:r>
              <a:rPr lang="it-IT" dirty="0" err="1"/>
              <a:t>elementum</a:t>
            </a:r>
            <a:r>
              <a:rPr lang="it-IT" dirty="0"/>
              <a:t> </a:t>
            </a:r>
            <a:r>
              <a:rPr lang="it-IT" dirty="0" err="1"/>
              <a:t>dolor</a:t>
            </a:r>
            <a:r>
              <a:rPr lang="it-IT" dirty="0"/>
              <a:t> </a:t>
            </a:r>
            <a:r>
              <a:rPr lang="it-IT" dirty="0" err="1"/>
              <a:t>porttitor</a:t>
            </a:r>
            <a:r>
              <a:rPr lang="it-IT" dirty="0"/>
              <a:t> </a:t>
            </a:r>
            <a:r>
              <a:rPr lang="it-IT" dirty="0" err="1"/>
              <a:t>blandit</a:t>
            </a:r>
            <a:r>
              <a:rPr lang="it-IT" dirty="0"/>
              <a:t>. </a:t>
            </a:r>
            <a:r>
              <a:rPr lang="it-IT" dirty="0" err="1"/>
              <a:t>Sed</a:t>
            </a:r>
            <a:r>
              <a:rPr lang="it-IT" dirty="0"/>
              <a:t> cursus </a:t>
            </a:r>
            <a:r>
              <a:rPr lang="it-IT" dirty="0" err="1"/>
              <a:t>laoreet</a:t>
            </a:r>
            <a:r>
              <a:rPr lang="it-IT" dirty="0"/>
              <a:t> eros, </a:t>
            </a:r>
            <a:r>
              <a:rPr lang="it-IT" dirty="0" err="1"/>
              <a:t>eget</a:t>
            </a:r>
            <a:r>
              <a:rPr lang="it-IT" dirty="0"/>
              <a:t> </a:t>
            </a:r>
            <a:r>
              <a:rPr lang="it-IT" dirty="0" err="1"/>
              <a:t>porttitor</a:t>
            </a:r>
            <a:r>
              <a:rPr lang="it-IT" dirty="0"/>
              <a:t> </a:t>
            </a:r>
            <a:r>
              <a:rPr lang="it-IT" dirty="0" err="1"/>
              <a:t>nisi</a:t>
            </a:r>
            <a:r>
              <a:rPr lang="it-IT" dirty="0"/>
              <a:t>. “</a:t>
            </a:r>
            <a:r>
              <a:rPr lang="it-IT" dirty="0" err="1"/>
              <a:t>Nullam</a:t>
            </a:r>
            <a:r>
              <a:rPr lang="it-IT" dirty="0"/>
              <a:t> non </a:t>
            </a:r>
            <a:r>
              <a:rPr lang="it-IT" dirty="0" err="1"/>
              <a:t>nisl</a:t>
            </a:r>
            <a:r>
              <a:rPr lang="it-IT" dirty="0"/>
              <a:t> </a:t>
            </a:r>
            <a:r>
              <a:rPr lang="it-IT" dirty="0" err="1"/>
              <a:t>eget</a:t>
            </a:r>
            <a:r>
              <a:rPr lang="it-IT" dirty="0"/>
              <a:t> </a:t>
            </a:r>
            <a:r>
              <a:rPr lang="it-IT" dirty="0" err="1"/>
              <a:t>justo</a:t>
            </a:r>
            <a:r>
              <a:rPr lang="it-IT" dirty="0"/>
              <a:t> </a:t>
            </a:r>
            <a:r>
              <a:rPr lang="it-IT" dirty="0" err="1"/>
              <a:t>feugiat</a:t>
            </a:r>
            <a:r>
              <a:rPr lang="it-IT" dirty="0"/>
              <a:t> gravida </a:t>
            </a:r>
            <a:r>
              <a:rPr lang="it-IT" dirty="0" err="1"/>
              <a:t>eu</a:t>
            </a:r>
            <a:r>
              <a:rPr lang="it-IT" dirty="0"/>
              <a:t> ut est”. </a:t>
            </a:r>
            <a:r>
              <a:rPr lang="it-IT" dirty="0" err="1"/>
              <a:t>Curabitur</a:t>
            </a:r>
            <a:r>
              <a:rPr lang="it-IT" dirty="0"/>
              <a:t> </a:t>
            </a:r>
            <a:r>
              <a:rPr lang="it-IT" dirty="0" err="1"/>
              <a:t>fermentum</a:t>
            </a:r>
            <a:r>
              <a:rPr lang="it-IT" dirty="0"/>
              <a:t> </a:t>
            </a:r>
            <a:r>
              <a:rPr lang="it-IT" dirty="0" err="1"/>
              <a:t>tortor</a:t>
            </a:r>
            <a:r>
              <a:rPr lang="it-IT" dirty="0"/>
              <a:t> </a:t>
            </a:r>
            <a:r>
              <a:rPr lang="it-IT" dirty="0" err="1"/>
              <a:t>quis</a:t>
            </a:r>
            <a:r>
              <a:rPr lang="it-IT" dirty="0"/>
              <a:t> </a:t>
            </a:r>
            <a:r>
              <a:rPr lang="it-IT" dirty="0" err="1"/>
              <a:t>sapien</a:t>
            </a:r>
            <a:r>
              <a:rPr lang="it-IT" dirty="0"/>
              <a:t> </a:t>
            </a:r>
            <a:r>
              <a:rPr lang="it-IT" dirty="0" err="1"/>
              <a:t>finibus</a:t>
            </a:r>
            <a:r>
              <a:rPr lang="it-IT" dirty="0"/>
              <a:t>, </a:t>
            </a:r>
            <a:r>
              <a:rPr lang="it-IT" dirty="0" err="1"/>
              <a:t>vel</a:t>
            </a:r>
            <a:r>
              <a:rPr lang="it-IT" dirty="0"/>
              <a:t> </a:t>
            </a:r>
            <a:r>
              <a:rPr lang="it-IT" dirty="0" err="1"/>
              <a:t>vulputate</a:t>
            </a:r>
            <a:r>
              <a:rPr lang="it-IT" dirty="0"/>
              <a:t> ex </a:t>
            </a:r>
            <a:r>
              <a:rPr lang="it-IT" dirty="0" err="1"/>
              <a:t>dignissim</a:t>
            </a:r>
            <a:r>
              <a:rPr lang="it-IT" dirty="0"/>
              <a:t>. </a:t>
            </a:r>
            <a:r>
              <a:rPr lang="it-IT" dirty="0" err="1"/>
              <a:t>Phasellus</a:t>
            </a:r>
            <a:r>
              <a:rPr lang="it-IT" dirty="0"/>
              <a:t> </a:t>
            </a:r>
            <a:r>
              <a:rPr lang="it-IT" dirty="0" err="1"/>
              <a:t>maximus</a:t>
            </a:r>
            <a:r>
              <a:rPr lang="it-IT" dirty="0"/>
              <a:t> </a:t>
            </a:r>
            <a:r>
              <a:rPr lang="it-IT" dirty="0" err="1"/>
              <a:t>diam</a:t>
            </a:r>
            <a:r>
              <a:rPr lang="it-IT" dirty="0"/>
              <a:t> </a:t>
            </a:r>
            <a:r>
              <a:rPr lang="it-IT" dirty="0" err="1"/>
              <a:t>nec</a:t>
            </a:r>
            <a:r>
              <a:rPr lang="it-IT" dirty="0"/>
              <a:t> </a:t>
            </a:r>
            <a:r>
              <a:rPr lang="it-IT" dirty="0" err="1"/>
              <a:t>accumsan</a:t>
            </a:r>
            <a:r>
              <a:rPr lang="it-IT" dirty="0"/>
              <a:t> </a:t>
            </a:r>
            <a:r>
              <a:rPr lang="it-IT" dirty="0" err="1"/>
              <a:t>mollis</a:t>
            </a:r>
            <a:r>
              <a:rPr lang="it-IT" dirty="0"/>
              <a:t>. </a:t>
            </a:r>
            <a:r>
              <a:rPr lang="it-IT" dirty="0" err="1"/>
              <a:t>Mauris</a:t>
            </a:r>
            <a:r>
              <a:rPr lang="it-IT" dirty="0"/>
              <a:t> </a:t>
            </a:r>
            <a:r>
              <a:rPr lang="it-IT" dirty="0" err="1"/>
              <a:t>quis</a:t>
            </a:r>
            <a:r>
              <a:rPr lang="it-IT" dirty="0"/>
              <a:t> </a:t>
            </a:r>
            <a:r>
              <a:rPr lang="it-IT" dirty="0" err="1"/>
              <a:t>turpis</a:t>
            </a:r>
            <a:r>
              <a:rPr lang="it-IT" dirty="0"/>
              <a:t> et </a:t>
            </a:r>
            <a:r>
              <a:rPr lang="it-IT" dirty="0" err="1"/>
              <a:t>justo</a:t>
            </a:r>
            <a:r>
              <a:rPr lang="it-IT" dirty="0"/>
              <a:t> </a:t>
            </a:r>
            <a:r>
              <a:rPr lang="it-IT" dirty="0" err="1"/>
              <a:t>efficitur</a:t>
            </a:r>
            <a:r>
              <a:rPr lang="it-IT" dirty="0"/>
              <a:t> </a:t>
            </a:r>
            <a:r>
              <a:rPr lang="it-IT" dirty="0" err="1"/>
              <a:t>luctus</a:t>
            </a:r>
            <a:r>
              <a:rPr lang="it-IT" dirty="0"/>
              <a:t>. </a:t>
            </a:r>
            <a:r>
              <a:rPr lang="it-IT" dirty="0" err="1"/>
              <a:t>Sed</a:t>
            </a:r>
            <a:r>
              <a:rPr lang="it-IT" dirty="0"/>
              <a:t> molestie orci </a:t>
            </a:r>
            <a:r>
              <a:rPr lang="it-IT" dirty="0" err="1"/>
              <a:t>metus</a:t>
            </a:r>
            <a:r>
              <a:rPr lang="it-IT" dirty="0"/>
              <a:t>, et </a:t>
            </a:r>
            <a:r>
              <a:rPr lang="it-IT" dirty="0" err="1"/>
              <a:t>eleifend</a:t>
            </a:r>
            <a:r>
              <a:rPr lang="it-IT" dirty="0"/>
              <a:t> </a:t>
            </a:r>
            <a:r>
              <a:rPr lang="it-IT" dirty="0" err="1"/>
              <a:t>enim</a:t>
            </a:r>
            <a:r>
              <a:rPr lang="it-IT" dirty="0"/>
              <a:t> </a:t>
            </a:r>
            <a:r>
              <a:rPr lang="it-IT" dirty="0" err="1"/>
              <a:t>bibendum</a:t>
            </a:r>
            <a:r>
              <a:rPr lang="it-IT" dirty="0"/>
              <a:t> </a:t>
            </a:r>
            <a:r>
              <a:rPr lang="it-IT" dirty="0" err="1"/>
              <a:t>vel</a:t>
            </a:r>
            <a:r>
              <a:rPr lang="it-IT" dirty="0"/>
              <a:t>. </a:t>
            </a:r>
            <a:r>
              <a:rPr lang="it-IT" dirty="0" err="1"/>
              <a:t>Maecenas</a:t>
            </a:r>
            <a:r>
              <a:rPr lang="it-IT" dirty="0"/>
              <a:t> </a:t>
            </a:r>
            <a:r>
              <a:rPr lang="it-IT" dirty="0" err="1"/>
              <a:t>ac</a:t>
            </a:r>
            <a:r>
              <a:rPr lang="it-IT" dirty="0"/>
              <a:t> </a:t>
            </a:r>
            <a:r>
              <a:rPr lang="it-IT" dirty="0" err="1"/>
              <a:t>malesuada</a:t>
            </a:r>
            <a:r>
              <a:rPr lang="it-IT" dirty="0"/>
              <a:t> </a:t>
            </a:r>
            <a:r>
              <a:rPr lang="it-IT" dirty="0" err="1"/>
              <a:t>risus</a:t>
            </a:r>
            <a:r>
              <a:rPr lang="it-IT" dirty="0"/>
              <a:t>. </a:t>
            </a:r>
            <a:r>
              <a:rPr lang="it-IT" dirty="0" err="1"/>
              <a:t>Aliquam</a:t>
            </a:r>
            <a:r>
              <a:rPr lang="it-IT" dirty="0"/>
              <a:t> </a:t>
            </a:r>
            <a:r>
              <a:rPr lang="it-IT" dirty="0" err="1"/>
              <a:t>erat</a:t>
            </a:r>
            <a:r>
              <a:rPr lang="it-IT" dirty="0"/>
              <a:t> </a:t>
            </a:r>
            <a:r>
              <a:rPr lang="it-IT" dirty="0" err="1"/>
              <a:t>volutpat</a:t>
            </a:r>
            <a:r>
              <a:rPr lang="it-IT" dirty="0"/>
              <a:t>. </a:t>
            </a:r>
            <a:r>
              <a:rPr lang="it-IT" dirty="0" err="1"/>
              <a:t>Maecenas</a:t>
            </a:r>
            <a:r>
              <a:rPr lang="it-IT" dirty="0"/>
              <a:t> a urna </a:t>
            </a:r>
            <a:r>
              <a:rPr lang="it-IT" dirty="0" err="1"/>
              <a:t>erat</a:t>
            </a:r>
            <a:r>
              <a:rPr lang="it-IT" dirty="0"/>
              <a:t>.</a:t>
            </a:r>
          </a:p>
        </p:txBody>
      </p:sp>
      <p:sp>
        <p:nvSpPr>
          <p:cNvPr id="9" name="Segnaposto numero diapositiva 5">
            <a:extLst>
              <a:ext uri="{FF2B5EF4-FFF2-40B4-BE49-F238E27FC236}">
                <a16:creationId xmlns:a16="http://schemas.microsoft.com/office/drawing/2014/main" id="{0DFF7B08-7113-1145-B6E7-0F4D8BB96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64918" y="6292979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000" b="0" i="0">
                <a:solidFill>
                  <a:srgbClr val="426EB0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fld id="{017CC9F7-E331-4A4D-8258-210102ABDB4E}" type="slidenum">
              <a:rPr lang="it-IT" smtClean="0"/>
              <a:pPr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13389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+ Testo + Immagi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olo 1">
            <a:extLst>
              <a:ext uri="{FF2B5EF4-FFF2-40B4-BE49-F238E27FC236}">
                <a16:creationId xmlns:a16="http://schemas.microsoft.com/office/drawing/2014/main" id="{414B5D59-1901-B345-8133-5967BE78B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828" y="569535"/>
            <a:ext cx="5162986" cy="996715"/>
          </a:xfrm>
          <a:prstGeom prst="rect">
            <a:avLst/>
          </a:prstGeom>
        </p:spPr>
        <p:txBody>
          <a:bodyPr anchor="t" anchorCtr="0">
            <a:normAutofit/>
          </a:bodyPr>
          <a:lstStyle>
            <a:lvl1pPr>
              <a:defRPr sz="3500" b="1" i="0">
                <a:solidFill>
                  <a:schemeClr val="tx1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it-IT" dirty="0"/>
              <a:t>Slide testo</a:t>
            </a:r>
            <a:br>
              <a:rPr lang="it-IT" dirty="0"/>
            </a:br>
            <a:r>
              <a:rPr lang="it-IT" dirty="0"/>
              <a:t>+ immagine quadrata</a:t>
            </a:r>
          </a:p>
        </p:txBody>
      </p:sp>
      <p:sp>
        <p:nvSpPr>
          <p:cNvPr id="8" name="Segnaposto contenuto 2">
            <a:extLst>
              <a:ext uri="{FF2B5EF4-FFF2-40B4-BE49-F238E27FC236}">
                <a16:creationId xmlns:a16="http://schemas.microsoft.com/office/drawing/2014/main" id="{D6C9EFE9-1ADE-434E-A1F4-D291CE6FCD8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70678" y="2201713"/>
            <a:ext cx="5167136" cy="358767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Rubik" pitchFamily="2" charset="-79"/>
                <a:cs typeface="Rubik" pitchFamily="2" charset="-79"/>
              </a:defRPr>
            </a:lvl1pPr>
          </a:lstStyle>
          <a:p>
            <a:pPr lvl="0"/>
            <a:r>
              <a:rPr lang="it-IT" dirty="0"/>
              <a:t>Testo della slide.</a:t>
            </a:r>
            <a:br>
              <a:rPr lang="it-IT" dirty="0"/>
            </a:br>
            <a:r>
              <a:rPr lang="it-IT" dirty="0" err="1"/>
              <a:t>Lorem</a:t>
            </a:r>
            <a:r>
              <a:rPr lang="it-IT" dirty="0"/>
              <a:t> </a:t>
            </a:r>
            <a:r>
              <a:rPr lang="it-IT" dirty="0" err="1"/>
              <a:t>ipsum</a:t>
            </a:r>
            <a:r>
              <a:rPr lang="it-IT" dirty="0"/>
              <a:t> </a:t>
            </a:r>
            <a:r>
              <a:rPr lang="it-IT" dirty="0" err="1"/>
              <a:t>dolor</a:t>
            </a:r>
            <a:r>
              <a:rPr lang="it-IT" dirty="0"/>
              <a:t> </a:t>
            </a:r>
            <a:r>
              <a:rPr lang="it-IT" dirty="0" err="1"/>
              <a:t>sit</a:t>
            </a:r>
            <a:r>
              <a:rPr lang="it-IT" dirty="0"/>
              <a:t> </a:t>
            </a:r>
            <a:r>
              <a:rPr lang="it-IT" dirty="0" err="1"/>
              <a:t>amet</a:t>
            </a:r>
            <a:r>
              <a:rPr lang="it-IT" dirty="0"/>
              <a:t>, </a:t>
            </a:r>
            <a:r>
              <a:rPr lang="it-IT" dirty="0" err="1"/>
              <a:t>consectetur</a:t>
            </a:r>
            <a:r>
              <a:rPr lang="it-IT" dirty="0"/>
              <a:t> </a:t>
            </a:r>
            <a:r>
              <a:rPr lang="it-IT" dirty="0" err="1"/>
              <a:t>adipiscing</a:t>
            </a:r>
            <a:r>
              <a:rPr lang="it-IT" dirty="0"/>
              <a:t> </a:t>
            </a:r>
            <a:r>
              <a:rPr lang="it-IT" dirty="0" err="1"/>
              <a:t>elit</a:t>
            </a:r>
            <a:r>
              <a:rPr lang="it-IT" dirty="0"/>
              <a:t>. </a:t>
            </a:r>
            <a:r>
              <a:rPr lang="it-IT" dirty="0" err="1"/>
              <a:t>Sed</a:t>
            </a:r>
            <a:r>
              <a:rPr lang="it-IT" dirty="0"/>
              <a:t> </a:t>
            </a:r>
            <a:r>
              <a:rPr lang="it-IT" dirty="0" err="1"/>
              <a:t>vel</a:t>
            </a:r>
            <a:r>
              <a:rPr lang="it-IT" dirty="0"/>
              <a:t> </a:t>
            </a:r>
            <a:r>
              <a:rPr lang="it-IT" dirty="0" err="1"/>
              <a:t>tellus</a:t>
            </a:r>
            <a:r>
              <a:rPr lang="it-IT" dirty="0"/>
              <a:t> </a:t>
            </a:r>
            <a:r>
              <a:rPr lang="it-IT" dirty="0" err="1"/>
              <a:t>efficitur</a:t>
            </a:r>
            <a:r>
              <a:rPr lang="it-IT" dirty="0"/>
              <a:t>, </a:t>
            </a:r>
            <a:r>
              <a:rPr lang="it-IT" dirty="0" err="1"/>
              <a:t>consequat</a:t>
            </a:r>
            <a:r>
              <a:rPr lang="it-IT" dirty="0"/>
              <a:t> </a:t>
            </a:r>
            <a:r>
              <a:rPr lang="it-IT" dirty="0" err="1"/>
              <a:t>neque</a:t>
            </a:r>
            <a:r>
              <a:rPr lang="it-IT" dirty="0"/>
              <a:t> </a:t>
            </a:r>
            <a:r>
              <a:rPr lang="it-IT" dirty="0" err="1"/>
              <a:t>sed</a:t>
            </a:r>
            <a:r>
              <a:rPr lang="it-IT" dirty="0"/>
              <a:t>, </a:t>
            </a:r>
            <a:r>
              <a:rPr lang="it-IT" dirty="0" err="1"/>
              <a:t>consectetur</a:t>
            </a:r>
            <a:r>
              <a:rPr lang="it-IT" dirty="0"/>
              <a:t> </a:t>
            </a:r>
            <a:r>
              <a:rPr lang="it-IT" dirty="0" err="1"/>
              <a:t>nunc</a:t>
            </a:r>
            <a:r>
              <a:rPr lang="it-IT" dirty="0"/>
              <a:t>. </a:t>
            </a:r>
            <a:r>
              <a:rPr lang="it-IT" dirty="0" err="1"/>
              <a:t>Pellentesque</a:t>
            </a:r>
            <a:r>
              <a:rPr lang="it-IT" dirty="0"/>
              <a:t> </a:t>
            </a:r>
            <a:r>
              <a:rPr lang="it-IT" dirty="0" err="1"/>
              <a:t>blandit</a:t>
            </a:r>
            <a:r>
              <a:rPr lang="it-IT" dirty="0"/>
              <a:t> </a:t>
            </a:r>
            <a:r>
              <a:rPr lang="it-IT" dirty="0" err="1"/>
              <a:t>interdum</a:t>
            </a:r>
            <a:r>
              <a:rPr lang="it-IT" dirty="0"/>
              <a:t> </a:t>
            </a:r>
            <a:r>
              <a:rPr lang="it-IT" dirty="0" err="1"/>
              <a:t>lobortis</a:t>
            </a:r>
            <a:r>
              <a:rPr lang="it-IT" dirty="0"/>
              <a:t>. Ut et ligula </a:t>
            </a:r>
            <a:r>
              <a:rPr lang="it-IT" dirty="0" err="1"/>
              <a:t>vel</a:t>
            </a:r>
            <a:r>
              <a:rPr lang="it-IT" dirty="0"/>
              <a:t> </a:t>
            </a:r>
            <a:r>
              <a:rPr lang="it-IT" dirty="0" err="1"/>
              <a:t>felis</a:t>
            </a:r>
            <a:r>
              <a:rPr lang="it-IT" dirty="0"/>
              <a:t> </a:t>
            </a:r>
            <a:r>
              <a:rPr lang="it-IT" dirty="0" err="1"/>
              <a:t>iaculis</a:t>
            </a:r>
            <a:r>
              <a:rPr lang="it-IT" dirty="0"/>
              <a:t> </a:t>
            </a:r>
            <a:r>
              <a:rPr lang="it-IT" dirty="0" err="1"/>
              <a:t>volutpat</a:t>
            </a:r>
            <a:r>
              <a:rPr lang="it-IT" dirty="0"/>
              <a:t>. Morbi </a:t>
            </a:r>
            <a:r>
              <a:rPr lang="it-IT" dirty="0" err="1"/>
              <a:t>sed</a:t>
            </a:r>
            <a:r>
              <a:rPr lang="it-IT" dirty="0"/>
              <a:t> </a:t>
            </a:r>
            <a:r>
              <a:rPr lang="it-IT" dirty="0" err="1"/>
              <a:t>velit</a:t>
            </a:r>
            <a:r>
              <a:rPr lang="it-IT" dirty="0"/>
              <a:t> </a:t>
            </a:r>
            <a:r>
              <a:rPr lang="it-IT" dirty="0" err="1"/>
              <a:t>lorem</a:t>
            </a:r>
            <a:r>
              <a:rPr lang="it-IT" dirty="0"/>
              <a:t>. </a:t>
            </a:r>
            <a:r>
              <a:rPr lang="it-IT" dirty="0" err="1"/>
              <a:t>Suspendisse</a:t>
            </a:r>
            <a:r>
              <a:rPr lang="it-IT" dirty="0"/>
              <a:t> </a:t>
            </a:r>
            <a:r>
              <a:rPr lang="it-IT" dirty="0" err="1"/>
              <a:t>turpis</a:t>
            </a:r>
            <a:r>
              <a:rPr lang="it-IT" dirty="0"/>
              <a:t> </a:t>
            </a:r>
            <a:r>
              <a:rPr lang="it-IT" dirty="0" err="1"/>
              <a:t>sem</a:t>
            </a:r>
            <a:r>
              <a:rPr lang="it-IT" dirty="0"/>
              <a:t>, </a:t>
            </a:r>
            <a:r>
              <a:rPr lang="it-IT" dirty="0" err="1"/>
              <a:t>tincidunt</a:t>
            </a:r>
            <a:r>
              <a:rPr lang="it-IT" dirty="0"/>
              <a:t> pulvinar </a:t>
            </a:r>
            <a:r>
              <a:rPr lang="it-IT" dirty="0" err="1"/>
              <a:t>sodales</a:t>
            </a:r>
            <a:r>
              <a:rPr lang="it-IT" dirty="0"/>
              <a:t> </a:t>
            </a:r>
            <a:r>
              <a:rPr lang="it-IT" dirty="0" err="1"/>
              <a:t>sed</a:t>
            </a:r>
            <a:r>
              <a:rPr lang="it-IT" dirty="0"/>
              <a:t>, </a:t>
            </a:r>
            <a:r>
              <a:rPr lang="it-IT" dirty="0" err="1"/>
              <a:t>feugiat</a:t>
            </a:r>
            <a:r>
              <a:rPr lang="it-IT" dirty="0"/>
              <a:t> a </a:t>
            </a:r>
            <a:r>
              <a:rPr lang="it-IT" dirty="0" err="1"/>
              <a:t>erat</a:t>
            </a:r>
            <a:r>
              <a:rPr lang="it-IT" dirty="0"/>
              <a:t>. </a:t>
            </a:r>
            <a:r>
              <a:rPr lang="it-IT" dirty="0" err="1"/>
              <a:t>Phasellus</a:t>
            </a:r>
            <a:r>
              <a:rPr lang="it-IT" dirty="0"/>
              <a:t> ut mi </a:t>
            </a:r>
            <a:r>
              <a:rPr lang="it-IT" dirty="0" err="1"/>
              <a:t>at</a:t>
            </a:r>
            <a:r>
              <a:rPr lang="it-IT" dirty="0"/>
              <a:t> </a:t>
            </a:r>
            <a:r>
              <a:rPr lang="it-IT" dirty="0" err="1"/>
              <a:t>tortor</a:t>
            </a:r>
            <a:r>
              <a:rPr lang="it-IT" dirty="0"/>
              <a:t> </a:t>
            </a:r>
            <a:r>
              <a:rPr lang="it-IT" dirty="0" err="1"/>
              <a:t>interdum</a:t>
            </a:r>
            <a:r>
              <a:rPr lang="it-IT" dirty="0"/>
              <a:t> </a:t>
            </a:r>
            <a:r>
              <a:rPr lang="it-IT" dirty="0" err="1"/>
              <a:t>dictum</a:t>
            </a:r>
            <a:r>
              <a:rPr lang="it-IT" dirty="0"/>
              <a:t>. </a:t>
            </a:r>
            <a:r>
              <a:rPr lang="it-IT" dirty="0" err="1"/>
              <a:t>Sed</a:t>
            </a:r>
            <a:r>
              <a:rPr lang="it-IT" dirty="0"/>
              <a:t> </a:t>
            </a:r>
            <a:r>
              <a:rPr lang="it-IT" dirty="0" err="1"/>
              <a:t>accumsan</a:t>
            </a:r>
            <a:r>
              <a:rPr lang="it-IT" dirty="0"/>
              <a:t> </a:t>
            </a:r>
            <a:r>
              <a:rPr lang="it-IT" dirty="0" err="1"/>
              <a:t>mauris</a:t>
            </a:r>
            <a:r>
              <a:rPr lang="it-IT" dirty="0"/>
              <a:t> id </a:t>
            </a:r>
            <a:r>
              <a:rPr lang="it-IT" dirty="0" err="1"/>
              <a:t>augue</a:t>
            </a:r>
            <a:r>
              <a:rPr lang="it-IT" dirty="0"/>
              <a:t> </a:t>
            </a:r>
            <a:r>
              <a:rPr lang="it-IT" dirty="0" err="1"/>
              <a:t>bibendum</a:t>
            </a:r>
            <a:r>
              <a:rPr lang="it-IT" dirty="0"/>
              <a:t> </a:t>
            </a:r>
            <a:r>
              <a:rPr lang="it-IT" dirty="0" err="1"/>
              <a:t>dictum</a:t>
            </a:r>
            <a:r>
              <a:rPr lang="it-IT" dirty="0"/>
              <a:t>.</a:t>
            </a:r>
          </a:p>
        </p:txBody>
      </p:sp>
      <p:sp>
        <p:nvSpPr>
          <p:cNvPr id="11" name="Segnaposto numero diapositiva 5">
            <a:extLst>
              <a:ext uri="{FF2B5EF4-FFF2-40B4-BE49-F238E27FC236}">
                <a16:creationId xmlns:a16="http://schemas.microsoft.com/office/drawing/2014/main" id="{5E96A3BF-2EA0-1A46-8A84-93BD1F1D48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64918" y="6292979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000" b="0" i="0">
                <a:solidFill>
                  <a:srgbClr val="426EB0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fld id="{017CC9F7-E331-4A4D-8258-210102ABDB4E}" type="slidenum">
              <a:rPr lang="it-IT" smtClean="0"/>
              <a:pPr/>
              <a:t>‹#›</a:t>
            </a:fld>
            <a:endParaRPr lang="it-IT" dirty="0"/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506EC9CA-2053-2147-82C1-A6F93301553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142038" y="569913"/>
            <a:ext cx="5265737" cy="5219700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889875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+ Testo + Immagine full hig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1">
            <a:extLst>
              <a:ext uri="{FF2B5EF4-FFF2-40B4-BE49-F238E27FC236}">
                <a16:creationId xmlns:a16="http://schemas.microsoft.com/office/drawing/2014/main" id="{E8E7D984-C09A-DF4C-B2B1-6635689821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828" y="569535"/>
            <a:ext cx="5162986" cy="996715"/>
          </a:xfrm>
          <a:prstGeom prst="rect">
            <a:avLst/>
          </a:prstGeom>
        </p:spPr>
        <p:txBody>
          <a:bodyPr anchor="t" anchorCtr="0">
            <a:normAutofit/>
          </a:bodyPr>
          <a:lstStyle>
            <a:lvl1pPr>
              <a:defRPr sz="3500" b="1" i="0">
                <a:solidFill>
                  <a:schemeClr val="tx1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it-IT" dirty="0"/>
              <a:t>Slide testo </a:t>
            </a:r>
            <a:br>
              <a:rPr lang="it-IT" dirty="0"/>
            </a:br>
            <a:r>
              <a:rPr lang="it-IT" dirty="0"/>
              <a:t>+ immagine grande</a:t>
            </a:r>
          </a:p>
        </p:txBody>
      </p:sp>
      <p:sp>
        <p:nvSpPr>
          <p:cNvPr id="6" name="Segnaposto contenuto 2">
            <a:extLst>
              <a:ext uri="{FF2B5EF4-FFF2-40B4-BE49-F238E27FC236}">
                <a16:creationId xmlns:a16="http://schemas.microsoft.com/office/drawing/2014/main" id="{DF703EF7-18B7-B447-AC6E-5E04F39360F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70678" y="2201713"/>
            <a:ext cx="5167136" cy="358767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Rubik" pitchFamily="2" charset="-79"/>
                <a:cs typeface="Rubik" pitchFamily="2" charset="-79"/>
              </a:defRPr>
            </a:lvl1pPr>
          </a:lstStyle>
          <a:p>
            <a:pPr lvl="0"/>
            <a:r>
              <a:rPr lang="it-IT" dirty="0"/>
              <a:t>Testo della slide.</a:t>
            </a:r>
            <a:br>
              <a:rPr lang="it-IT" dirty="0"/>
            </a:br>
            <a:r>
              <a:rPr lang="it-IT" dirty="0" err="1"/>
              <a:t>Lorem</a:t>
            </a:r>
            <a:r>
              <a:rPr lang="it-IT" dirty="0"/>
              <a:t> </a:t>
            </a:r>
            <a:r>
              <a:rPr lang="it-IT" dirty="0" err="1"/>
              <a:t>ipsum</a:t>
            </a:r>
            <a:r>
              <a:rPr lang="it-IT" dirty="0"/>
              <a:t> </a:t>
            </a:r>
            <a:r>
              <a:rPr lang="it-IT" dirty="0" err="1"/>
              <a:t>dolor</a:t>
            </a:r>
            <a:r>
              <a:rPr lang="it-IT" dirty="0"/>
              <a:t> </a:t>
            </a:r>
            <a:r>
              <a:rPr lang="it-IT" dirty="0" err="1"/>
              <a:t>sit</a:t>
            </a:r>
            <a:r>
              <a:rPr lang="it-IT" dirty="0"/>
              <a:t> </a:t>
            </a:r>
            <a:r>
              <a:rPr lang="it-IT" dirty="0" err="1"/>
              <a:t>amet</a:t>
            </a:r>
            <a:r>
              <a:rPr lang="it-IT" dirty="0"/>
              <a:t>, </a:t>
            </a:r>
            <a:r>
              <a:rPr lang="it-IT" dirty="0" err="1"/>
              <a:t>consectetur</a:t>
            </a:r>
            <a:r>
              <a:rPr lang="it-IT" dirty="0"/>
              <a:t> </a:t>
            </a:r>
            <a:r>
              <a:rPr lang="it-IT" dirty="0" err="1"/>
              <a:t>adipiscing</a:t>
            </a:r>
            <a:r>
              <a:rPr lang="it-IT" dirty="0"/>
              <a:t> </a:t>
            </a:r>
            <a:r>
              <a:rPr lang="it-IT" dirty="0" err="1"/>
              <a:t>elit</a:t>
            </a:r>
            <a:r>
              <a:rPr lang="it-IT" dirty="0"/>
              <a:t>. </a:t>
            </a:r>
            <a:r>
              <a:rPr lang="it-IT" dirty="0" err="1"/>
              <a:t>Sed</a:t>
            </a:r>
            <a:r>
              <a:rPr lang="it-IT" dirty="0"/>
              <a:t> </a:t>
            </a:r>
            <a:r>
              <a:rPr lang="it-IT" dirty="0" err="1"/>
              <a:t>vel</a:t>
            </a:r>
            <a:r>
              <a:rPr lang="it-IT" dirty="0"/>
              <a:t> </a:t>
            </a:r>
            <a:r>
              <a:rPr lang="it-IT" dirty="0" err="1"/>
              <a:t>tellus</a:t>
            </a:r>
            <a:r>
              <a:rPr lang="it-IT" dirty="0"/>
              <a:t> </a:t>
            </a:r>
            <a:r>
              <a:rPr lang="it-IT" dirty="0" err="1"/>
              <a:t>efficitur</a:t>
            </a:r>
            <a:r>
              <a:rPr lang="it-IT" dirty="0"/>
              <a:t>, </a:t>
            </a:r>
            <a:r>
              <a:rPr lang="it-IT" dirty="0" err="1"/>
              <a:t>consequat</a:t>
            </a:r>
            <a:r>
              <a:rPr lang="it-IT" dirty="0"/>
              <a:t> </a:t>
            </a:r>
            <a:r>
              <a:rPr lang="it-IT" dirty="0" err="1"/>
              <a:t>neque</a:t>
            </a:r>
            <a:r>
              <a:rPr lang="it-IT" dirty="0"/>
              <a:t> </a:t>
            </a:r>
            <a:r>
              <a:rPr lang="it-IT" dirty="0" err="1"/>
              <a:t>sed</a:t>
            </a:r>
            <a:r>
              <a:rPr lang="it-IT" dirty="0"/>
              <a:t>, </a:t>
            </a:r>
            <a:r>
              <a:rPr lang="it-IT" dirty="0" err="1"/>
              <a:t>consectetur</a:t>
            </a:r>
            <a:r>
              <a:rPr lang="it-IT" dirty="0"/>
              <a:t> </a:t>
            </a:r>
            <a:r>
              <a:rPr lang="it-IT" dirty="0" err="1"/>
              <a:t>nunc</a:t>
            </a:r>
            <a:r>
              <a:rPr lang="it-IT" dirty="0"/>
              <a:t>. </a:t>
            </a:r>
            <a:r>
              <a:rPr lang="it-IT" dirty="0" err="1"/>
              <a:t>Pellentesque</a:t>
            </a:r>
            <a:r>
              <a:rPr lang="it-IT" dirty="0"/>
              <a:t> </a:t>
            </a:r>
            <a:r>
              <a:rPr lang="it-IT" dirty="0" err="1"/>
              <a:t>blandit</a:t>
            </a:r>
            <a:r>
              <a:rPr lang="it-IT" dirty="0"/>
              <a:t> </a:t>
            </a:r>
            <a:r>
              <a:rPr lang="it-IT" dirty="0" err="1"/>
              <a:t>interdum</a:t>
            </a:r>
            <a:r>
              <a:rPr lang="it-IT" dirty="0"/>
              <a:t> </a:t>
            </a:r>
            <a:r>
              <a:rPr lang="it-IT" dirty="0" err="1"/>
              <a:t>lobortis</a:t>
            </a:r>
            <a:r>
              <a:rPr lang="it-IT" dirty="0"/>
              <a:t>. Ut et ligula </a:t>
            </a:r>
            <a:r>
              <a:rPr lang="it-IT" dirty="0" err="1"/>
              <a:t>vel</a:t>
            </a:r>
            <a:r>
              <a:rPr lang="it-IT" dirty="0"/>
              <a:t> </a:t>
            </a:r>
            <a:r>
              <a:rPr lang="it-IT" dirty="0" err="1"/>
              <a:t>felis</a:t>
            </a:r>
            <a:r>
              <a:rPr lang="it-IT" dirty="0"/>
              <a:t> </a:t>
            </a:r>
            <a:r>
              <a:rPr lang="it-IT" dirty="0" err="1"/>
              <a:t>iaculis</a:t>
            </a:r>
            <a:r>
              <a:rPr lang="it-IT" dirty="0"/>
              <a:t> </a:t>
            </a:r>
            <a:r>
              <a:rPr lang="it-IT" dirty="0" err="1"/>
              <a:t>volutpat</a:t>
            </a:r>
            <a:r>
              <a:rPr lang="it-IT" dirty="0"/>
              <a:t>. Morbi </a:t>
            </a:r>
            <a:r>
              <a:rPr lang="it-IT" dirty="0" err="1"/>
              <a:t>sed</a:t>
            </a:r>
            <a:r>
              <a:rPr lang="it-IT" dirty="0"/>
              <a:t> </a:t>
            </a:r>
            <a:r>
              <a:rPr lang="it-IT" dirty="0" err="1"/>
              <a:t>velit</a:t>
            </a:r>
            <a:r>
              <a:rPr lang="it-IT" dirty="0"/>
              <a:t> </a:t>
            </a:r>
            <a:r>
              <a:rPr lang="it-IT" dirty="0" err="1"/>
              <a:t>lorem</a:t>
            </a:r>
            <a:r>
              <a:rPr lang="it-IT" dirty="0"/>
              <a:t>. </a:t>
            </a:r>
            <a:r>
              <a:rPr lang="it-IT" dirty="0" err="1"/>
              <a:t>Suspendisse</a:t>
            </a:r>
            <a:r>
              <a:rPr lang="it-IT" dirty="0"/>
              <a:t> </a:t>
            </a:r>
            <a:r>
              <a:rPr lang="it-IT" dirty="0" err="1"/>
              <a:t>turpis</a:t>
            </a:r>
            <a:r>
              <a:rPr lang="it-IT" dirty="0"/>
              <a:t> </a:t>
            </a:r>
            <a:r>
              <a:rPr lang="it-IT" dirty="0" err="1"/>
              <a:t>sem</a:t>
            </a:r>
            <a:r>
              <a:rPr lang="it-IT" dirty="0"/>
              <a:t>, </a:t>
            </a:r>
            <a:r>
              <a:rPr lang="it-IT" dirty="0" err="1"/>
              <a:t>tincidunt</a:t>
            </a:r>
            <a:r>
              <a:rPr lang="it-IT" dirty="0"/>
              <a:t> pulvinar </a:t>
            </a:r>
            <a:r>
              <a:rPr lang="it-IT" dirty="0" err="1"/>
              <a:t>sodales</a:t>
            </a:r>
            <a:r>
              <a:rPr lang="it-IT" dirty="0"/>
              <a:t> </a:t>
            </a:r>
            <a:r>
              <a:rPr lang="it-IT" dirty="0" err="1"/>
              <a:t>sed</a:t>
            </a:r>
            <a:r>
              <a:rPr lang="it-IT" dirty="0"/>
              <a:t>, </a:t>
            </a:r>
            <a:r>
              <a:rPr lang="it-IT" dirty="0" err="1"/>
              <a:t>feugiat</a:t>
            </a:r>
            <a:r>
              <a:rPr lang="it-IT" dirty="0"/>
              <a:t> a </a:t>
            </a:r>
            <a:r>
              <a:rPr lang="it-IT" dirty="0" err="1"/>
              <a:t>erat</a:t>
            </a:r>
            <a:r>
              <a:rPr lang="it-IT" dirty="0"/>
              <a:t>. </a:t>
            </a:r>
            <a:r>
              <a:rPr lang="it-IT" dirty="0" err="1"/>
              <a:t>Phasellus</a:t>
            </a:r>
            <a:r>
              <a:rPr lang="it-IT" dirty="0"/>
              <a:t> ut mi </a:t>
            </a:r>
            <a:r>
              <a:rPr lang="it-IT" dirty="0" err="1"/>
              <a:t>at</a:t>
            </a:r>
            <a:r>
              <a:rPr lang="it-IT" dirty="0"/>
              <a:t> </a:t>
            </a:r>
            <a:r>
              <a:rPr lang="it-IT" dirty="0" err="1"/>
              <a:t>tortor</a:t>
            </a:r>
            <a:r>
              <a:rPr lang="it-IT" dirty="0"/>
              <a:t> </a:t>
            </a:r>
            <a:r>
              <a:rPr lang="it-IT" dirty="0" err="1"/>
              <a:t>interdum</a:t>
            </a:r>
            <a:r>
              <a:rPr lang="it-IT" dirty="0"/>
              <a:t> </a:t>
            </a:r>
            <a:r>
              <a:rPr lang="it-IT" dirty="0" err="1"/>
              <a:t>dictum</a:t>
            </a:r>
            <a:r>
              <a:rPr lang="it-IT" dirty="0"/>
              <a:t>. </a:t>
            </a:r>
            <a:r>
              <a:rPr lang="it-IT" dirty="0" err="1"/>
              <a:t>Sed</a:t>
            </a:r>
            <a:r>
              <a:rPr lang="it-IT" dirty="0"/>
              <a:t> </a:t>
            </a:r>
            <a:r>
              <a:rPr lang="it-IT" dirty="0" err="1"/>
              <a:t>accumsan</a:t>
            </a:r>
            <a:r>
              <a:rPr lang="it-IT" dirty="0"/>
              <a:t> </a:t>
            </a:r>
            <a:r>
              <a:rPr lang="it-IT" dirty="0" err="1"/>
              <a:t>mauris</a:t>
            </a:r>
            <a:r>
              <a:rPr lang="it-IT" dirty="0"/>
              <a:t> id </a:t>
            </a:r>
            <a:r>
              <a:rPr lang="it-IT" dirty="0" err="1"/>
              <a:t>augue</a:t>
            </a:r>
            <a:r>
              <a:rPr lang="it-IT" dirty="0"/>
              <a:t> </a:t>
            </a:r>
            <a:r>
              <a:rPr lang="it-IT" dirty="0" err="1"/>
              <a:t>bibendum</a:t>
            </a:r>
            <a:r>
              <a:rPr lang="it-IT" dirty="0"/>
              <a:t> </a:t>
            </a:r>
            <a:r>
              <a:rPr lang="it-IT" dirty="0" err="1"/>
              <a:t>dictum</a:t>
            </a:r>
            <a:r>
              <a:rPr lang="it-IT" dirty="0"/>
              <a:t>.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051C5EB0-9C77-9947-BBBC-2A67763E299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15075" y="0"/>
            <a:ext cx="5876925" cy="6858000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892780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sto + Immagine full hig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egnaposto contenuto 2">
            <a:extLst>
              <a:ext uri="{FF2B5EF4-FFF2-40B4-BE49-F238E27FC236}">
                <a16:creationId xmlns:a16="http://schemas.microsoft.com/office/drawing/2014/main" id="{EEAFADF3-7260-4D41-B2D4-88141C4ED8E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70678" y="569535"/>
            <a:ext cx="5167136" cy="521985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Rubik" pitchFamily="2" charset="-79"/>
                <a:cs typeface="Rubik" pitchFamily="2" charset="-79"/>
              </a:defRPr>
            </a:lvl1pPr>
          </a:lstStyle>
          <a:p>
            <a:pPr lvl="0"/>
            <a:r>
              <a:rPr lang="it-IT" dirty="0"/>
              <a:t>Slide solo testo e immagine (senza titolo)</a:t>
            </a:r>
          </a:p>
          <a:p>
            <a:pPr lvl="0"/>
            <a:br>
              <a:rPr lang="it-IT" dirty="0"/>
            </a:br>
            <a:r>
              <a:rPr lang="it-IT" dirty="0" err="1"/>
              <a:t>Lorem</a:t>
            </a:r>
            <a:r>
              <a:rPr lang="it-IT" dirty="0"/>
              <a:t> </a:t>
            </a:r>
            <a:r>
              <a:rPr lang="it-IT" dirty="0" err="1"/>
              <a:t>ipsum</a:t>
            </a:r>
            <a:r>
              <a:rPr lang="it-IT" dirty="0"/>
              <a:t> </a:t>
            </a:r>
            <a:r>
              <a:rPr lang="it-IT" dirty="0" err="1"/>
              <a:t>dolor</a:t>
            </a:r>
            <a:r>
              <a:rPr lang="it-IT" dirty="0"/>
              <a:t> </a:t>
            </a:r>
            <a:r>
              <a:rPr lang="it-IT" dirty="0" err="1"/>
              <a:t>sit</a:t>
            </a:r>
            <a:r>
              <a:rPr lang="it-IT" dirty="0"/>
              <a:t> </a:t>
            </a:r>
            <a:r>
              <a:rPr lang="it-IT" dirty="0" err="1"/>
              <a:t>amet</a:t>
            </a:r>
            <a:r>
              <a:rPr lang="it-IT" dirty="0"/>
              <a:t>, </a:t>
            </a:r>
            <a:r>
              <a:rPr lang="it-IT" dirty="0" err="1"/>
              <a:t>consectetur</a:t>
            </a:r>
            <a:r>
              <a:rPr lang="it-IT" dirty="0"/>
              <a:t> </a:t>
            </a:r>
            <a:r>
              <a:rPr lang="it-IT" dirty="0" err="1"/>
              <a:t>adipiscing</a:t>
            </a:r>
            <a:r>
              <a:rPr lang="it-IT" dirty="0"/>
              <a:t> </a:t>
            </a:r>
            <a:r>
              <a:rPr lang="it-IT" dirty="0" err="1"/>
              <a:t>elit</a:t>
            </a:r>
            <a:r>
              <a:rPr lang="it-IT" dirty="0"/>
              <a:t>. </a:t>
            </a:r>
            <a:r>
              <a:rPr lang="it-IT" dirty="0" err="1"/>
              <a:t>Sed</a:t>
            </a:r>
            <a:r>
              <a:rPr lang="it-IT" dirty="0"/>
              <a:t> </a:t>
            </a:r>
            <a:r>
              <a:rPr lang="it-IT" dirty="0" err="1"/>
              <a:t>vel</a:t>
            </a:r>
            <a:r>
              <a:rPr lang="it-IT" dirty="0"/>
              <a:t> </a:t>
            </a:r>
            <a:r>
              <a:rPr lang="it-IT" dirty="0" err="1"/>
              <a:t>tellus</a:t>
            </a:r>
            <a:r>
              <a:rPr lang="it-IT" dirty="0"/>
              <a:t> </a:t>
            </a:r>
            <a:r>
              <a:rPr lang="it-IT" dirty="0" err="1"/>
              <a:t>efficitur</a:t>
            </a:r>
            <a:r>
              <a:rPr lang="it-IT" dirty="0"/>
              <a:t>, </a:t>
            </a:r>
            <a:r>
              <a:rPr lang="it-IT" dirty="0" err="1"/>
              <a:t>consequat</a:t>
            </a:r>
            <a:r>
              <a:rPr lang="it-IT" dirty="0"/>
              <a:t> </a:t>
            </a:r>
            <a:r>
              <a:rPr lang="it-IT" dirty="0" err="1"/>
              <a:t>neque</a:t>
            </a:r>
            <a:r>
              <a:rPr lang="it-IT" dirty="0"/>
              <a:t> </a:t>
            </a:r>
            <a:r>
              <a:rPr lang="it-IT" dirty="0" err="1"/>
              <a:t>sed</a:t>
            </a:r>
            <a:r>
              <a:rPr lang="it-IT" dirty="0"/>
              <a:t>, </a:t>
            </a:r>
            <a:r>
              <a:rPr lang="it-IT" dirty="0" err="1"/>
              <a:t>consectetur</a:t>
            </a:r>
            <a:r>
              <a:rPr lang="it-IT" dirty="0"/>
              <a:t> </a:t>
            </a:r>
            <a:r>
              <a:rPr lang="it-IT" dirty="0" err="1"/>
              <a:t>nunc</a:t>
            </a:r>
            <a:r>
              <a:rPr lang="it-IT" dirty="0"/>
              <a:t>. </a:t>
            </a:r>
            <a:r>
              <a:rPr lang="it-IT" dirty="0" err="1"/>
              <a:t>Pellentesque</a:t>
            </a:r>
            <a:r>
              <a:rPr lang="it-IT" dirty="0"/>
              <a:t> </a:t>
            </a:r>
            <a:r>
              <a:rPr lang="it-IT" dirty="0" err="1"/>
              <a:t>blandit</a:t>
            </a:r>
            <a:r>
              <a:rPr lang="it-IT" dirty="0"/>
              <a:t> </a:t>
            </a:r>
            <a:r>
              <a:rPr lang="it-IT" dirty="0" err="1"/>
              <a:t>interdum</a:t>
            </a:r>
            <a:r>
              <a:rPr lang="it-IT" dirty="0"/>
              <a:t> </a:t>
            </a:r>
            <a:r>
              <a:rPr lang="it-IT" dirty="0" err="1"/>
              <a:t>lobortis</a:t>
            </a:r>
            <a:r>
              <a:rPr lang="it-IT" dirty="0"/>
              <a:t>. </a:t>
            </a:r>
            <a:br>
              <a:rPr lang="it-IT" dirty="0"/>
            </a:br>
            <a:br>
              <a:rPr lang="it-IT" dirty="0"/>
            </a:br>
            <a:r>
              <a:rPr lang="it-IT" dirty="0"/>
              <a:t>Ut et ligula </a:t>
            </a:r>
            <a:r>
              <a:rPr lang="it-IT" dirty="0" err="1"/>
              <a:t>vel</a:t>
            </a:r>
            <a:r>
              <a:rPr lang="it-IT" dirty="0"/>
              <a:t> </a:t>
            </a:r>
            <a:r>
              <a:rPr lang="it-IT" dirty="0" err="1"/>
              <a:t>felis</a:t>
            </a:r>
            <a:r>
              <a:rPr lang="it-IT" dirty="0"/>
              <a:t> </a:t>
            </a:r>
            <a:r>
              <a:rPr lang="it-IT" dirty="0" err="1"/>
              <a:t>iaculis</a:t>
            </a:r>
            <a:r>
              <a:rPr lang="it-IT" dirty="0"/>
              <a:t> </a:t>
            </a:r>
            <a:r>
              <a:rPr lang="it-IT" dirty="0" err="1"/>
              <a:t>volutpat</a:t>
            </a:r>
            <a:r>
              <a:rPr lang="it-IT" dirty="0"/>
              <a:t>. Morbi </a:t>
            </a:r>
            <a:r>
              <a:rPr lang="it-IT" dirty="0" err="1"/>
              <a:t>sed</a:t>
            </a:r>
            <a:r>
              <a:rPr lang="it-IT" dirty="0"/>
              <a:t> </a:t>
            </a:r>
            <a:r>
              <a:rPr lang="it-IT" dirty="0" err="1"/>
              <a:t>velit</a:t>
            </a:r>
            <a:r>
              <a:rPr lang="it-IT" dirty="0"/>
              <a:t> </a:t>
            </a:r>
            <a:r>
              <a:rPr lang="it-IT" dirty="0" err="1"/>
              <a:t>lorem</a:t>
            </a:r>
            <a:r>
              <a:rPr lang="it-IT" dirty="0"/>
              <a:t>. </a:t>
            </a:r>
            <a:r>
              <a:rPr lang="it-IT" dirty="0" err="1"/>
              <a:t>Suspendisse</a:t>
            </a:r>
            <a:r>
              <a:rPr lang="it-IT" dirty="0"/>
              <a:t> </a:t>
            </a:r>
            <a:r>
              <a:rPr lang="it-IT" dirty="0" err="1"/>
              <a:t>turpis</a:t>
            </a:r>
            <a:r>
              <a:rPr lang="it-IT" dirty="0"/>
              <a:t> </a:t>
            </a:r>
            <a:r>
              <a:rPr lang="it-IT" dirty="0" err="1"/>
              <a:t>sem</a:t>
            </a:r>
            <a:r>
              <a:rPr lang="it-IT" dirty="0"/>
              <a:t>, </a:t>
            </a:r>
            <a:r>
              <a:rPr lang="it-IT" dirty="0" err="1"/>
              <a:t>tincidunt</a:t>
            </a:r>
            <a:r>
              <a:rPr lang="it-IT" dirty="0"/>
              <a:t> pulvinar </a:t>
            </a:r>
            <a:r>
              <a:rPr lang="it-IT" dirty="0" err="1"/>
              <a:t>sodales</a:t>
            </a:r>
            <a:r>
              <a:rPr lang="it-IT" dirty="0"/>
              <a:t> </a:t>
            </a:r>
            <a:r>
              <a:rPr lang="it-IT" dirty="0" err="1"/>
              <a:t>sed</a:t>
            </a:r>
            <a:r>
              <a:rPr lang="it-IT" dirty="0"/>
              <a:t>, </a:t>
            </a:r>
            <a:r>
              <a:rPr lang="it-IT" dirty="0" err="1"/>
              <a:t>feugiat</a:t>
            </a:r>
            <a:r>
              <a:rPr lang="it-IT" dirty="0"/>
              <a:t> a </a:t>
            </a:r>
            <a:r>
              <a:rPr lang="it-IT" dirty="0" err="1"/>
              <a:t>erat</a:t>
            </a:r>
            <a:r>
              <a:rPr lang="it-IT" dirty="0"/>
              <a:t>. </a:t>
            </a:r>
            <a:r>
              <a:rPr lang="it-IT" dirty="0" err="1"/>
              <a:t>Phasellus</a:t>
            </a:r>
            <a:r>
              <a:rPr lang="it-IT" dirty="0"/>
              <a:t> ut mi </a:t>
            </a:r>
            <a:r>
              <a:rPr lang="it-IT" dirty="0" err="1"/>
              <a:t>at</a:t>
            </a:r>
            <a:r>
              <a:rPr lang="it-IT" dirty="0"/>
              <a:t> </a:t>
            </a:r>
            <a:r>
              <a:rPr lang="it-IT" dirty="0" err="1"/>
              <a:t>tortor</a:t>
            </a:r>
            <a:r>
              <a:rPr lang="it-IT" dirty="0"/>
              <a:t> </a:t>
            </a:r>
            <a:r>
              <a:rPr lang="it-IT" dirty="0" err="1"/>
              <a:t>interdum</a:t>
            </a:r>
            <a:r>
              <a:rPr lang="it-IT" dirty="0"/>
              <a:t> </a:t>
            </a:r>
            <a:r>
              <a:rPr lang="it-IT" dirty="0" err="1"/>
              <a:t>dictum</a:t>
            </a:r>
            <a:r>
              <a:rPr lang="it-IT" dirty="0"/>
              <a:t>. </a:t>
            </a:r>
            <a:br>
              <a:rPr lang="it-IT" dirty="0"/>
            </a:br>
            <a:br>
              <a:rPr lang="it-IT" dirty="0"/>
            </a:br>
            <a:r>
              <a:rPr lang="it-IT" dirty="0" err="1"/>
              <a:t>Sed</a:t>
            </a:r>
            <a:r>
              <a:rPr lang="it-IT" dirty="0"/>
              <a:t> </a:t>
            </a:r>
            <a:r>
              <a:rPr lang="it-IT" dirty="0" err="1"/>
              <a:t>accumsan</a:t>
            </a:r>
            <a:r>
              <a:rPr lang="it-IT" dirty="0"/>
              <a:t> </a:t>
            </a:r>
            <a:r>
              <a:rPr lang="it-IT" dirty="0" err="1"/>
              <a:t>mauris</a:t>
            </a:r>
            <a:r>
              <a:rPr lang="it-IT" dirty="0"/>
              <a:t> id </a:t>
            </a:r>
            <a:r>
              <a:rPr lang="it-IT" dirty="0" err="1"/>
              <a:t>augue</a:t>
            </a:r>
            <a:r>
              <a:rPr lang="it-IT" dirty="0"/>
              <a:t> </a:t>
            </a:r>
            <a:r>
              <a:rPr lang="it-IT" dirty="0" err="1"/>
              <a:t>bibendum</a:t>
            </a:r>
            <a:r>
              <a:rPr lang="it-IT" dirty="0"/>
              <a:t> </a:t>
            </a:r>
            <a:r>
              <a:rPr lang="it-IT" dirty="0" err="1"/>
              <a:t>dictum</a:t>
            </a:r>
            <a:r>
              <a:rPr lang="it-IT" dirty="0"/>
              <a:t>.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EA590323-184F-B249-BBA0-BEA8E6D279F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264275" y="0"/>
            <a:ext cx="5927725" cy="6858000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256497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+ Immagi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77E1B5BF-7244-C44D-B0AC-C385AC33909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74700" y="569913"/>
            <a:ext cx="10633075" cy="50895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6" name="Titolo 1">
            <a:extLst>
              <a:ext uri="{FF2B5EF4-FFF2-40B4-BE49-F238E27FC236}">
                <a16:creationId xmlns:a16="http://schemas.microsoft.com/office/drawing/2014/main" id="{2DBD91D1-D38D-7149-BCF4-9559A146583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828" y="569535"/>
            <a:ext cx="5162986" cy="996715"/>
          </a:xfrm>
          <a:prstGeom prst="rect">
            <a:avLst/>
          </a:prstGeom>
        </p:spPr>
        <p:txBody>
          <a:bodyPr anchor="t" anchorCtr="0">
            <a:normAutofit/>
          </a:bodyPr>
          <a:lstStyle>
            <a:lvl1pPr>
              <a:defRPr sz="3500" b="1" i="0">
                <a:solidFill>
                  <a:schemeClr val="tx1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it-IT" dirty="0"/>
              <a:t>Slide titolo</a:t>
            </a:r>
            <a:br>
              <a:rPr lang="it-IT" dirty="0"/>
            </a:br>
            <a:r>
              <a:rPr lang="it-IT" dirty="0"/>
              <a:t>e immagine grande</a:t>
            </a:r>
          </a:p>
        </p:txBody>
      </p:sp>
      <p:sp>
        <p:nvSpPr>
          <p:cNvPr id="10" name="Segnaposto numero diapositiva 5">
            <a:extLst>
              <a:ext uri="{FF2B5EF4-FFF2-40B4-BE49-F238E27FC236}">
                <a16:creationId xmlns:a16="http://schemas.microsoft.com/office/drawing/2014/main" id="{24A6E12A-B63B-9042-9470-5572B3CA1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64918" y="6292979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000" b="0" i="0">
                <a:solidFill>
                  <a:srgbClr val="426EB0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fld id="{017CC9F7-E331-4A4D-8258-210102ABDB4E}" type="slidenum">
              <a:rPr lang="it-IT" smtClean="0"/>
              <a:pPr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175053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è Immagine fu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gnaposto immagine 8">
            <a:extLst>
              <a:ext uri="{FF2B5EF4-FFF2-40B4-BE49-F238E27FC236}">
                <a16:creationId xmlns:a16="http://schemas.microsoft.com/office/drawing/2014/main" id="{E7D4C383-6489-A945-A5E0-4A0F1CEDA0C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096000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pic>
        <p:nvPicPr>
          <p:cNvPr id="19" name="Immagine 18">
            <a:extLst>
              <a:ext uri="{FF2B5EF4-FFF2-40B4-BE49-F238E27FC236}">
                <a16:creationId xmlns:a16="http://schemas.microsoft.com/office/drawing/2014/main" id="{013296ED-A744-8A4E-93BB-29B143B858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96000"/>
            <a:ext cx="12192000" cy="762000"/>
          </a:xfrm>
          <a:prstGeom prst="rect">
            <a:avLst/>
          </a:prstGeom>
        </p:spPr>
      </p:pic>
      <p:sp>
        <p:nvSpPr>
          <p:cNvPr id="8" name="Titolo 1">
            <a:extLst>
              <a:ext uri="{FF2B5EF4-FFF2-40B4-BE49-F238E27FC236}">
                <a16:creationId xmlns:a16="http://schemas.microsoft.com/office/drawing/2014/main" id="{F6754049-5E38-6940-91FA-2B4188B0CDA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828" y="569535"/>
            <a:ext cx="5162986" cy="996715"/>
          </a:xfrm>
          <a:prstGeom prst="rect">
            <a:avLst/>
          </a:prstGeom>
        </p:spPr>
        <p:txBody>
          <a:bodyPr anchor="t" anchorCtr="0">
            <a:normAutofit/>
          </a:bodyPr>
          <a:lstStyle>
            <a:lvl1pPr>
              <a:defRPr sz="3500" b="1" i="0">
                <a:solidFill>
                  <a:schemeClr val="tx1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it-IT" dirty="0"/>
              <a:t>Slide titolo </a:t>
            </a:r>
            <a:br>
              <a:rPr lang="it-IT" dirty="0"/>
            </a:br>
            <a:r>
              <a:rPr lang="it-IT" dirty="0"/>
              <a:t>e immagine full</a:t>
            </a:r>
          </a:p>
        </p:txBody>
      </p:sp>
      <p:sp>
        <p:nvSpPr>
          <p:cNvPr id="11" name="Segnaposto numero diapositiva 5">
            <a:extLst>
              <a:ext uri="{FF2B5EF4-FFF2-40B4-BE49-F238E27FC236}">
                <a16:creationId xmlns:a16="http://schemas.microsoft.com/office/drawing/2014/main" id="{95EF4794-7DFC-6A42-BE46-6EEA1BCE1F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64918" y="6292979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000" b="0" i="0">
                <a:solidFill>
                  <a:srgbClr val="426EB0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fld id="{017CC9F7-E331-4A4D-8258-210102ABDB4E}" type="slidenum">
              <a:rPr lang="it-IT" smtClean="0"/>
              <a:pPr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5377023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+ Testo 2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gnaposto numero diapositiva 5">
            <a:extLst>
              <a:ext uri="{FF2B5EF4-FFF2-40B4-BE49-F238E27FC236}">
                <a16:creationId xmlns:a16="http://schemas.microsoft.com/office/drawing/2014/main" id="{F298496F-A2A1-224A-9FAD-B5923D5031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64918" y="6292979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000" b="0" i="0">
                <a:solidFill>
                  <a:srgbClr val="426EB0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fld id="{017CC9F7-E331-4A4D-8258-210102ABDB4E}" type="slidenum">
              <a:rPr lang="it-IT" smtClean="0"/>
              <a:pPr/>
              <a:t>‹#›</a:t>
            </a:fld>
            <a:endParaRPr lang="it-IT" dirty="0"/>
          </a:p>
        </p:txBody>
      </p:sp>
      <p:sp>
        <p:nvSpPr>
          <p:cNvPr id="10" name="Titolo 1">
            <a:extLst>
              <a:ext uri="{FF2B5EF4-FFF2-40B4-BE49-F238E27FC236}">
                <a16:creationId xmlns:a16="http://schemas.microsoft.com/office/drawing/2014/main" id="{49277408-D2E6-4B4E-B7D4-F70D1960A1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828" y="569535"/>
            <a:ext cx="10650644" cy="996715"/>
          </a:xfrm>
          <a:prstGeom prst="rect">
            <a:avLst/>
          </a:prstGeom>
        </p:spPr>
        <p:txBody>
          <a:bodyPr anchor="t" anchorCtr="0">
            <a:normAutofit/>
          </a:bodyPr>
          <a:lstStyle>
            <a:lvl1pPr>
              <a:defRPr sz="3500" b="1" i="0">
                <a:solidFill>
                  <a:schemeClr val="tx1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it-IT" dirty="0"/>
              <a:t>Slide titolo</a:t>
            </a:r>
            <a:br>
              <a:rPr lang="it-IT" dirty="0"/>
            </a:br>
            <a:r>
              <a:rPr lang="it-IT" dirty="0"/>
              <a:t>e testo due colonne</a:t>
            </a:r>
          </a:p>
        </p:txBody>
      </p:sp>
      <p:sp>
        <p:nvSpPr>
          <p:cNvPr id="12" name="Segnaposto contenuto 2">
            <a:extLst>
              <a:ext uri="{FF2B5EF4-FFF2-40B4-BE49-F238E27FC236}">
                <a16:creationId xmlns:a16="http://schemas.microsoft.com/office/drawing/2014/main" id="{3A2EB66D-1A6D-1247-9307-A8FB9B30E58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70677" y="2201713"/>
            <a:ext cx="10650645" cy="3587672"/>
          </a:xfrm>
          <a:prstGeom prst="rect">
            <a:avLst/>
          </a:prstGeom>
        </p:spPr>
        <p:txBody>
          <a:bodyPr numCol="2" spcCol="360000">
            <a:normAutofit/>
          </a:bodyPr>
          <a:lstStyle>
            <a:lvl1pPr marL="0" indent="0">
              <a:buNone/>
              <a:defRPr sz="1800" b="0" i="0">
                <a:latin typeface="Rubik" pitchFamily="2" charset="-79"/>
                <a:cs typeface="Rubik" pitchFamily="2" charset="-79"/>
              </a:defRPr>
            </a:lvl1pPr>
          </a:lstStyle>
          <a:p>
            <a:pPr lvl="0"/>
            <a:r>
              <a:rPr lang="it-IT" dirty="0"/>
              <a:t>Testo della slide.</a:t>
            </a:r>
            <a:br>
              <a:rPr lang="it-IT" dirty="0"/>
            </a:br>
            <a:r>
              <a:rPr lang="it-IT" dirty="0" err="1"/>
              <a:t>Lorem</a:t>
            </a:r>
            <a:r>
              <a:rPr lang="it-IT" dirty="0"/>
              <a:t> </a:t>
            </a:r>
            <a:r>
              <a:rPr lang="it-IT" dirty="0" err="1"/>
              <a:t>ipsum</a:t>
            </a:r>
            <a:r>
              <a:rPr lang="it-IT" dirty="0"/>
              <a:t> </a:t>
            </a:r>
            <a:r>
              <a:rPr lang="it-IT" dirty="0" err="1"/>
              <a:t>dolor</a:t>
            </a:r>
            <a:r>
              <a:rPr lang="it-IT" dirty="0"/>
              <a:t> </a:t>
            </a:r>
            <a:r>
              <a:rPr lang="it-IT" dirty="0" err="1"/>
              <a:t>sit</a:t>
            </a:r>
            <a:r>
              <a:rPr lang="it-IT" dirty="0"/>
              <a:t> </a:t>
            </a:r>
            <a:r>
              <a:rPr lang="it-IT" dirty="0" err="1"/>
              <a:t>amet</a:t>
            </a:r>
            <a:r>
              <a:rPr lang="it-IT" dirty="0"/>
              <a:t>, </a:t>
            </a:r>
            <a:r>
              <a:rPr lang="it-IT" dirty="0" err="1"/>
              <a:t>consectetur</a:t>
            </a:r>
            <a:r>
              <a:rPr lang="it-IT" dirty="0"/>
              <a:t> </a:t>
            </a:r>
            <a:r>
              <a:rPr lang="it-IT" dirty="0" err="1"/>
              <a:t>adipiscing</a:t>
            </a:r>
            <a:r>
              <a:rPr lang="it-IT" dirty="0"/>
              <a:t> </a:t>
            </a:r>
            <a:r>
              <a:rPr lang="it-IT" dirty="0" err="1"/>
              <a:t>elit</a:t>
            </a:r>
            <a:r>
              <a:rPr lang="it-IT" dirty="0"/>
              <a:t>. </a:t>
            </a:r>
            <a:r>
              <a:rPr lang="it-IT" dirty="0" err="1"/>
              <a:t>Sed</a:t>
            </a:r>
            <a:r>
              <a:rPr lang="it-IT" dirty="0"/>
              <a:t> </a:t>
            </a:r>
            <a:r>
              <a:rPr lang="it-IT" dirty="0" err="1"/>
              <a:t>vel</a:t>
            </a:r>
            <a:r>
              <a:rPr lang="it-IT" dirty="0"/>
              <a:t> </a:t>
            </a:r>
            <a:r>
              <a:rPr lang="it-IT" dirty="0" err="1"/>
              <a:t>tellus</a:t>
            </a:r>
            <a:r>
              <a:rPr lang="it-IT" dirty="0"/>
              <a:t> </a:t>
            </a:r>
            <a:r>
              <a:rPr lang="it-IT" dirty="0" err="1"/>
              <a:t>efficitur</a:t>
            </a:r>
            <a:r>
              <a:rPr lang="it-IT" dirty="0"/>
              <a:t>, </a:t>
            </a:r>
            <a:r>
              <a:rPr lang="it-IT" dirty="0" err="1"/>
              <a:t>consequat</a:t>
            </a:r>
            <a:r>
              <a:rPr lang="it-IT" dirty="0"/>
              <a:t> </a:t>
            </a:r>
            <a:r>
              <a:rPr lang="it-IT" dirty="0" err="1"/>
              <a:t>neque</a:t>
            </a:r>
            <a:r>
              <a:rPr lang="it-IT" dirty="0"/>
              <a:t> </a:t>
            </a:r>
            <a:r>
              <a:rPr lang="it-IT" dirty="0" err="1"/>
              <a:t>sed</a:t>
            </a:r>
            <a:r>
              <a:rPr lang="it-IT" dirty="0"/>
              <a:t>, </a:t>
            </a:r>
            <a:r>
              <a:rPr lang="it-IT" dirty="0" err="1"/>
              <a:t>consectetur</a:t>
            </a:r>
            <a:r>
              <a:rPr lang="it-IT" dirty="0"/>
              <a:t> </a:t>
            </a:r>
            <a:r>
              <a:rPr lang="it-IT" dirty="0" err="1"/>
              <a:t>nunc</a:t>
            </a:r>
            <a:r>
              <a:rPr lang="it-IT" dirty="0"/>
              <a:t>. </a:t>
            </a:r>
            <a:r>
              <a:rPr lang="it-IT" dirty="0" err="1"/>
              <a:t>Pellentesque</a:t>
            </a:r>
            <a:r>
              <a:rPr lang="it-IT" dirty="0"/>
              <a:t> </a:t>
            </a:r>
            <a:r>
              <a:rPr lang="it-IT" dirty="0" err="1"/>
              <a:t>blandit</a:t>
            </a:r>
            <a:r>
              <a:rPr lang="it-IT" dirty="0"/>
              <a:t> </a:t>
            </a:r>
            <a:r>
              <a:rPr lang="it-IT" dirty="0" err="1"/>
              <a:t>interdum</a:t>
            </a:r>
            <a:r>
              <a:rPr lang="it-IT" dirty="0"/>
              <a:t> </a:t>
            </a:r>
            <a:r>
              <a:rPr lang="it-IT" dirty="0" err="1"/>
              <a:t>lobortis</a:t>
            </a:r>
            <a:r>
              <a:rPr lang="it-IT" dirty="0"/>
              <a:t>. Ut et ligula </a:t>
            </a:r>
            <a:r>
              <a:rPr lang="it-IT" dirty="0" err="1"/>
              <a:t>vel</a:t>
            </a:r>
            <a:r>
              <a:rPr lang="it-IT" dirty="0"/>
              <a:t> </a:t>
            </a:r>
            <a:r>
              <a:rPr lang="it-IT" dirty="0" err="1"/>
              <a:t>felis</a:t>
            </a:r>
            <a:r>
              <a:rPr lang="it-IT" dirty="0"/>
              <a:t> </a:t>
            </a:r>
            <a:r>
              <a:rPr lang="it-IT" dirty="0" err="1"/>
              <a:t>iaculis</a:t>
            </a:r>
            <a:r>
              <a:rPr lang="it-IT" dirty="0"/>
              <a:t> </a:t>
            </a:r>
            <a:r>
              <a:rPr lang="it-IT" dirty="0" err="1"/>
              <a:t>volutpat</a:t>
            </a:r>
            <a:r>
              <a:rPr lang="it-IT" dirty="0"/>
              <a:t>. Morbi </a:t>
            </a:r>
            <a:r>
              <a:rPr lang="it-IT" dirty="0" err="1"/>
              <a:t>sed</a:t>
            </a:r>
            <a:r>
              <a:rPr lang="it-IT" dirty="0"/>
              <a:t> </a:t>
            </a:r>
            <a:r>
              <a:rPr lang="it-IT" dirty="0" err="1"/>
              <a:t>velit</a:t>
            </a:r>
            <a:r>
              <a:rPr lang="it-IT" dirty="0"/>
              <a:t> </a:t>
            </a:r>
            <a:r>
              <a:rPr lang="it-IT" dirty="0" err="1"/>
              <a:t>lorem</a:t>
            </a:r>
            <a:r>
              <a:rPr lang="it-IT" dirty="0"/>
              <a:t>. </a:t>
            </a:r>
            <a:r>
              <a:rPr lang="it-IT" dirty="0" err="1"/>
              <a:t>Suspendisse</a:t>
            </a:r>
            <a:r>
              <a:rPr lang="it-IT" dirty="0"/>
              <a:t> </a:t>
            </a:r>
            <a:r>
              <a:rPr lang="it-IT" dirty="0" err="1"/>
              <a:t>turpis</a:t>
            </a:r>
            <a:r>
              <a:rPr lang="it-IT" dirty="0"/>
              <a:t> </a:t>
            </a:r>
            <a:r>
              <a:rPr lang="it-IT" dirty="0" err="1"/>
              <a:t>sem</a:t>
            </a:r>
            <a:r>
              <a:rPr lang="it-IT" dirty="0"/>
              <a:t>, </a:t>
            </a:r>
            <a:r>
              <a:rPr lang="it-IT" dirty="0" err="1"/>
              <a:t>tincidunt</a:t>
            </a:r>
            <a:r>
              <a:rPr lang="it-IT" dirty="0"/>
              <a:t> pulvinar </a:t>
            </a:r>
            <a:r>
              <a:rPr lang="it-IT" dirty="0" err="1"/>
              <a:t>sodales</a:t>
            </a:r>
            <a:r>
              <a:rPr lang="it-IT" dirty="0"/>
              <a:t> </a:t>
            </a:r>
            <a:r>
              <a:rPr lang="it-IT" dirty="0" err="1"/>
              <a:t>sed</a:t>
            </a:r>
            <a:r>
              <a:rPr lang="it-IT" dirty="0"/>
              <a:t>, </a:t>
            </a:r>
            <a:r>
              <a:rPr lang="it-IT" dirty="0" err="1"/>
              <a:t>feugiat</a:t>
            </a:r>
            <a:r>
              <a:rPr lang="it-IT" dirty="0"/>
              <a:t> a </a:t>
            </a:r>
            <a:r>
              <a:rPr lang="it-IT" dirty="0" err="1"/>
              <a:t>erat</a:t>
            </a:r>
            <a:r>
              <a:rPr lang="it-IT" dirty="0"/>
              <a:t>. </a:t>
            </a:r>
            <a:r>
              <a:rPr lang="it-IT" dirty="0" err="1"/>
              <a:t>Phasellus</a:t>
            </a:r>
            <a:r>
              <a:rPr lang="it-IT" dirty="0"/>
              <a:t> ut mi </a:t>
            </a:r>
            <a:r>
              <a:rPr lang="it-IT" dirty="0" err="1"/>
              <a:t>at</a:t>
            </a:r>
            <a:r>
              <a:rPr lang="it-IT" dirty="0"/>
              <a:t> </a:t>
            </a:r>
            <a:r>
              <a:rPr lang="it-IT" dirty="0" err="1"/>
              <a:t>tortor</a:t>
            </a:r>
            <a:r>
              <a:rPr lang="it-IT" dirty="0"/>
              <a:t> </a:t>
            </a:r>
            <a:r>
              <a:rPr lang="it-IT" dirty="0" err="1"/>
              <a:t>interdum</a:t>
            </a:r>
            <a:r>
              <a:rPr lang="it-IT" dirty="0"/>
              <a:t> </a:t>
            </a:r>
            <a:r>
              <a:rPr lang="it-IT" dirty="0" err="1"/>
              <a:t>dictum</a:t>
            </a:r>
            <a:r>
              <a:rPr lang="it-IT" dirty="0"/>
              <a:t>. </a:t>
            </a:r>
            <a:r>
              <a:rPr lang="it-IT" dirty="0" err="1"/>
              <a:t>Sed</a:t>
            </a:r>
            <a:r>
              <a:rPr lang="it-IT" dirty="0"/>
              <a:t> </a:t>
            </a:r>
            <a:r>
              <a:rPr lang="it-IT" dirty="0" err="1"/>
              <a:t>accumsan</a:t>
            </a:r>
            <a:r>
              <a:rPr lang="it-IT" dirty="0"/>
              <a:t> </a:t>
            </a:r>
            <a:r>
              <a:rPr lang="it-IT" dirty="0" err="1"/>
              <a:t>mauris</a:t>
            </a:r>
            <a:r>
              <a:rPr lang="it-IT" dirty="0"/>
              <a:t> id </a:t>
            </a:r>
            <a:r>
              <a:rPr lang="it-IT" dirty="0" err="1"/>
              <a:t>augue</a:t>
            </a:r>
            <a:r>
              <a:rPr lang="it-IT" dirty="0"/>
              <a:t> </a:t>
            </a:r>
            <a:r>
              <a:rPr lang="it-IT" dirty="0" err="1"/>
              <a:t>bibendum</a:t>
            </a:r>
            <a:r>
              <a:rPr lang="it-IT" dirty="0"/>
              <a:t> </a:t>
            </a:r>
            <a:r>
              <a:rPr lang="it-IT" dirty="0" err="1"/>
              <a:t>dictum</a:t>
            </a:r>
            <a:r>
              <a:rPr lang="it-IT" dirty="0"/>
              <a:t>.</a:t>
            </a:r>
          </a:p>
          <a:p>
            <a:pPr lvl="0"/>
            <a:r>
              <a:rPr lang="it-IT" dirty="0" err="1"/>
              <a:t>Nam</a:t>
            </a:r>
            <a:r>
              <a:rPr lang="it-IT" dirty="0"/>
              <a:t> </a:t>
            </a:r>
            <a:r>
              <a:rPr lang="it-IT" dirty="0" err="1"/>
              <a:t>vel</a:t>
            </a:r>
            <a:r>
              <a:rPr lang="it-IT" dirty="0"/>
              <a:t> </a:t>
            </a:r>
            <a:r>
              <a:rPr lang="it-IT" dirty="0" err="1"/>
              <a:t>rutrum</a:t>
            </a:r>
            <a:r>
              <a:rPr lang="it-IT" dirty="0"/>
              <a:t> </a:t>
            </a:r>
            <a:r>
              <a:rPr lang="it-IT" dirty="0" err="1"/>
              <a:t>tellus</a:t>
            </a:r>
            <a:r>
              <a:rPr lang="it-IT" dirty="0"/>
              <a:t>. </a:t>
            </a:r>
            <a:r>
              <a:rPr lang="it-IT" dirty="0" err="1"/>
              <a:t>Nam</a:t>
            </a:r>
            <a:r>
              <a:rPr lang="it-IT" dirty="0"/>
              <a:t> </a:t>
            </a:r>
            <a:r>
              <a:rPr lang="it-IT" dirty="0" err="1"/>
              <a:t>rutrum</a:t>
            </a:r>
            <a:r>
              <a:rPr lang="it-IT" dirty="0"/>
              <a:t> pulvinar </a:t>
            </a:r>
            <a:r>
              <a:rPr lang="it-IT" dirty="0" err="1"/>
              <a:t>arcu</a:t>
            </a:r>
            <a:r>
              <a:rPr lang="it-IT" dirty="0"/>
              <a:t>, in </a:t>
            </a:r>
            <a:r>
              <a:rPr lang="it-IT" dirty="0" err="1"/>
              <a:t>auctor</a:t>
            </a:r>
            <a:r>
              <a:rPr lang="it-IT" dirty="0"/>
              <a:t> </a:t>
            </a:r>
            <a:r>
              <a:rPr lang="it-IT" dirty="0" err="1"/>
              <a:t>lectus</a:t>
            </a:r>
            <a:r>
              <a:rPr lang="it-IT" dirty="0"/>
              <a:t>. In non </a:t>
            </a:r>
            <a:r>
              <a:rPr lang="it-IT" dirty="0" err="1"/>
              <a:t>risus</a:t>
            </a:r>
            <a:r>
              <a:rPr lang="it-IT" dirty="0"/>
              <a:t> </a:t>
            </a:r>
            <a:r>
              <a:rPr lang="it-IT" dirty="0" err="1"/>
              <a:t>elementum</a:t>
            </a:r>
            <a:r>
              <a:rPr lang="it-IT" dirty="0"/>
              <a:t> </a:t>
            </a:r>
            <a:r>
              <a:rPr lang="it-IT" dirty="0" err="1"/>
              <a:t>dolor</a:t>
            </a:r>
            <a:r>
              <a:rPr lang="it-IT" dirty="0"/>
              <a:t> </a:t>
            </a:r>
            <a:r>
              <a:rPr lang="it-IT" dirty="0" err="1"/>
              <a:t>porttitor</a:t>
            </a:r>
            <a:r>
              <a:rPr lang="it-IT" dirty="0"/>
              <a:t> </a:t>
            </a:r>
            <a:r>
              <a:rPr lang="it-IT" dirty="0" err="1"/>
              <a:t>blandit</a:t>
            </a:r>
            <a:r>
              <a:rPr lang="it-IT" dirty="0"/>
              <a:t>. </a:t>
            </a:r>
            <a:r>
              <a:rPr lang="it-IT" dirty="0" err="1"/>
              <a:t>Sed</a:t>
            </a:r>
            <a:r>
              <a:rPr lang="it-IT" dirty="0"/>
              <a:t> cursus </a:t>
            </a:r>
            <a:r>
              <a:rPr lang="it-IT" dirty="0" err="1"/>
              <a:t>laoreet</a:t>
            </a:r>
            <a:r>
              <a:rPr lang="it-IT" dirty="0"/>
              <a:t> eros, </a:t>
            </a:r>
            <a:r>
              <a:rPr lang="it-IT" dirty="0" err="1"/>
              <a:t>eget</a:t>
            </a:r>
            <a:r>
              <a:rPr lang="it-IT" dirty="0"/>
              <a:t> </a:t>
            </a:r>
            <a:r>
              <a:rPr lang="it-IT" dirty="0" err="1"/>
              <a:t>porttitor</a:t>
            </a:r>
            <a:r>
              <a:rPr lang="it-IT" dirty="0"/>
              <a:t> </a:t>
            </a:r>
            <a:r>
              <a:rPr lang="it-IT" dirty="0" err="1"/>
              <a:t>nisi</a:t>
            </a:r>
            <a:r>
              <a:rPr lang="it-IT" dirty="0"/>
              <a:t>. “</a:t>
            </a:r>
            <a:r>
              <a:rPr lang="it-IT" dirty="0" err="1"/>
              <a:t>Nullam</a:t>
            </a:r>
            <a:r>
              <a:rPr lang="it-IT" dirty="0"/>
              <a:t> non </a:t>
            </a:r>
            <a:r>
              <a:rPr lang="it-IT" dirty="0" err="1"/>
              <a:t>nisl</a:t>
            </a:r>
            <a:r>
              <a:rPr lang="it-IT" dirty="0"/>
              <a:t> </a:t>
            </a:r>
            <a:r>
              <a:rPr lang="it-IT" dirty="0" err="1"/>
              <a:t>eget</a:t>
            </a:r>
            <a:r>
              <a:rPr lang="it-IT" dirty="0"/>
              <a:t> </a:t>
            </a:r>
            <a:r>
              <a:rPr lang="it-IT" dirty="0" err="1"/>
              <a:t>justo</a:t>
            </a:r>
            <a:r>
              <a:rPr lang="it-IT" dirty="0"/>
              <a:t> </a:t>
            </a:r>
            <a:r>
              <a:rPr lang="it-IT" dirty="0" err="1"/>
              <a:t>feugiat</a:t>
            </a:r>
            <a:r>
              <a:rPr lang="it-IT" dirty="0"/>
              <a:t> gravida </a:t>
            </a:r>
            <a:r>
              <a:rPr lang="it-IT" dirty="0" err="1"/>
              <a:t>eu</a:t>
            </a:r>
            <a:r>
              <a:rPr lang="it-IT" dirty="0"/>
              <a:t> ut est”. </a:t>
            </a:r>
            <a:r>
              <a:rPr lang="it-IT" dirty="0" err="1"/>
              <a:t>Curabitur</a:t>
            </a:r>
            <a:r>
              <a:rPr lang="it-IT" dirty="0"/>
              <a:t> </a:t>
            </a:r>
            <a:r>
              <a:rPr lang="it-IT" dirty="0" err="1"/>
              <a:t>fermentum</a:t>
            </a:r>
            <a:r>
              <a:rPr lang="it-IT" dirty="0"/>
              <a:t> </a:t>
            </a:r>
            <a:r>
              <a:rPr lang="it-IT" dirty="0" err="1"/>
              <a:t>tortor</a:t>
            </a:r>
            <a:r>
              <a:rPr lang="it-IT" dirty="0"/>
              <a:t> </a:t>
            </a:r>
            <a:r>
              <a:rPr lang="it-IT" dirty="0" err="1"/>
              <a:t>quis</a:t>
            </a:r>
            <a:r>
              <a:rPr lang="it-IT" dirty="0"/>
              <a:t> </a:t>
            </a:r>
            <a:r>
              <a:rPr lang="it-IT" dirty="0" err="1"/>
              <a:t>sapien</a:t>
            </a:r>
            <a:r>
              <a:rPr lang="it-IT" dirty="0"/>
              <a:t> </a:t>
            </a:r>
            <a:r>
              <a:rPr lang="it-IT" dirty="0" err="1"/>
              <a:t>finibus</a:t>
            </a:r>
            <a:r>
              <a:rPr lang="it-IT" dirty="0"/>
              <a:t>, </a:t>
            </a:r>
            <a:r>
              <a:rPr lang="it-IT" dirty="0" err="1"/>
              <a:t>vel</a:t>
            </a:r>
            <a:r>
              <a:rPr lang="it-IT" dirty="0"/>
              <a:t> </a:t>
            </a:r>
            <a:r>
              <a:rPr lang="it-IT" dirty="0" err="1"/>
              <a:t>vulputate</a:t>
            </a:r>
            <a:r>
              <a:rPr lang="it-IT" dirty="0"/>
              <a:t> ex </a:t>
            </a:r>
            <a:r>
              <a:rPr lang="it-IT" dirty="0" err="1"/>
              <a:t>dignissim</a:t>
            </a:r>
            <a:r>
              <a:rPr lang="it-IT" dirty="0"/>
              <a:t>. </a:t>
            </a:r>
            <a:r>
              <a:rPr lang="it-IT" dirty="0" err="1"/>
              <a:t>Phasellus</a:t>
            </a:r>
            <a:r>
              <a:rPr lang="it-IT" dirty="0"/>
              <a:t> </a:t>
            </a:r>
            <a:r>
              <a:rPr lang="it-IT" dirty="0" err="1"/>
              <a:t>maximus</a:t>
            </a:r>
            <a:r>
              <a:rPr lang="it-IT" dirty="0"/>
              <a:t> </a:t>
            </a:r>
            <a:r>
              <a:rPr lang="it-IT" dirty="0" err="1"/>
              <a:t>diam</a:t>
            </a:r>
            <a:r>
              <a:rPr lang="it-IT" dirty="0"/>
              <a:t> </a:t>
            </a:r>
            <a:r>
              <a:rPr lang="it-IT" dirty="0" err="1"/>
              <a:t>nec</a:t>
            </a:r>
            <a:r>
              <a:rPr lang="it-IT" dirty="0"/>
              <a:t> </a:t>
            </a:r>
            <a:r>
              <a:rPr lang="it-IT" dirty="0" err="1"/>
              <a:t>accumsan</a:t>
            </a:r>
            <a:r>
              <a:rPr lang="it-IT" dirty="0"/>
              <a:t> </a:t>
            </a:r>
            <a:r>
              <a:rPr lang="it-IT" dirty="0" err="1"/>
              <a:t>mollis</a:t>
            </a:r>
            <a:r>
              <a:rPr lang="it-IT" dirty="0"/>
              <a:t>. </a:t>
            </a:r>
            <a:r>
              <a:rPr lang="it-IT" dirty="0" err="1"/>
              <a:t>Mauris</a:t>
            </a:r>
            <a:r>
              <a:rPr lang="it-IT" dirty="0"/>
              <a:t> </a:t>
            </a:r>
            <a:r>
              <a:rPr lang="it-IT" dirty="0" err="1"/>
              <a:t>quis</a:t>
            </a:r>
            <a:r>
              <a:rPr lang="it-IT" dirty="0"/>
              <a:t> </a:t>
            </a:r>
            <a:r>
              <a:rPr lang="it-IT" dirty="0" err="1"/>
              <a:t>turpis</a:t>
            </a:r>
            <a:r>
              <a:rPr lang="it-IT" dirty="0"/>
              <a:t> et </a:t>
            </a:r>
            <a:r>
              <a:rPr lang="it-IT" dirty="0" err="1"/>
              <a:t>justo</a:t>
            </a:r>
            <a:r>
              <a:rPr lang="it-IT" dirty="0"/>
              <a:t> </a:t>
            </a:r>
            <a:r>
              <a:rPr lang="it-IT" dirty="0" err="1"/>
              <a:t>efficitur</a:t>
            </a:r>
            <a:r>
              <a:rPr lang="it-IT" dirty="0"/>
              <a:t> </a:t>
            </a:r>
            <a:r>
              <a:rPr lang="it-IT" dirty="0" err="1"/>
              <a:t>luctus</a:t>
            </a:r>
            <a:r>
              <a:rPr lang="it-IT" dirty="0"/>
              <a:t>. </a:t>
            </a:r>
            <a:r>
              <a:rPr lang="it-IT" dirty="0" err="1"/>
              <a:t>Sed</a:t>
            </a:r>
            <a:r>
              <a:rPr lang="it-IT" dirty="0"/>
              <a:t> molestie orci </a:t>
            </a:r>
            <a:r>
              <a:rPr lang="it-IT" dirty="0" err="1"/>
              <a:t>metus</a:t>
            </a:r>
            <a:r>
              <a:rPr lang="it-IT" dirty="0"/>
              <a:t>, et </a:t>
            </a:r>
            <a:r>
              <a:rPr lang="it-IT" dirty="0" err="1"/>
              <a:t>eleifend</a:t>
            </a:r>
            <a:r>
              <a:rPr lang="it-IT" dirty="0"/>
              <a:t> </a:t>
            </a:r>
            <a:r>
              <a:rPr lang="it-IT" dirty="0" err="1"/>
              <a:t>enim</a:t>
            </a:r>
            <a:r>
              <a:rPr lang="it-IT" dirty="0"/>
              <a:t> </a:t>
            </a:r>
            <a:r>
              <a:rPr lang="it-IT" dirty="0" err="1"/>
              <a:t>bibendum</a:t>
            </a:r>
            <a:r>
              <a:rPr lang="it-IT" dirty="0"/>
              <a:t> </a:t>
            </a:r>
            <a:r>
              <a:rPr lang="it-IT" dirty="0" err="1"/>
              <a:t>vel</a:t>
            </a:r>
            <a:r>
              <a:rPr lang="it-IT" dirty="0"/>
              <a:t>. </a:t>
            </a:r>
            <a:r>
              <a:rPr lang="it-IT" dirty="0" err="1"/>
              <a:t>Maecenas</a:t>
            </a:r>
            <a:r>
              <a:rPr lang="it-IT" dirty="0"/>
              <a:t> </a:t>
            </a:r>
            <a:r>
              <a:rPr lang="it-IT" dirty="0" err="1"/>
              <a:t>ac</a:t>
            </a:r>
            <a:r>
              <a:rPr lang="it-IT" dirty="0"/>
              <a:t> </a:t>
            </a:r>
            <a:r>
              <a:rPr lang="it-IT" dirty="0" err="1"/>
              <a:t>malesuada</a:t>
            </a:r>
            <a:r>
              <a:rPr lang="it-IT" dirty="0"/>
              <a:t> </a:t>
            </a:r>
            <a:r>
              <a:rPr lang="it-IT" dirty="0" err="1"/>
              <a:t>risus</a:t>
            </a:r>
            <a:r>
              <a:rPr lang="it-IT" dirty="0"/>
              <a:t>. </a:t>
            </a:r>
            <a:r>
              <a:rPr lang="it-IT" dirty="0" err="1"/>
              <a:t>Aliquam</a:t>
            </a:r>
            <a:r>
              <a:rPr lang="it-IT" dirty="0"/>
              <a:t> </a:t>
            </a:r>
            <a:r>
              <a:rPr lang="it-IT" dirty="0" err="1"/>
              <a:t>erat</a:t>
            </a:r>
            <a:r>
              <a:rPr lang="it-IT" dirty="0"/>
              <a:t> </a:t>
            </a:r>
            <a:r>
              <a:rPr lang="it-IT" dirty="0" err="1"/>
              <a:t>volutpat</a:t>
            </a:r>
            <a:r>
              <a:rPr lang="it-IT" dirty="0"/>
              <a:t>. </a:t>
            </a:r>
            <a:r>
              <a:rPr lang="it-IT" dirty="0" err="1"/>
              <a:t>Maecenas</a:t>
            </a:r>
            <a:r>
              <a:rPr lang="it-IT" dirty="0"/>
              <a:t> a urna </a:t>
            </a:r>
            <a:r>
              <a:rPr lang="it-IT" dirty="0" err="1"/>
              <a:t>erat</a:t>
            </a:r>
            <a:r>
              <a:rPr lang="it-IT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60616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+ Paragraf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egnaposto numero diapositiva 5">
            <a:extLst>
              <a:ext uri="{FF2B5EF4-FFF2-40B4-BE49-F238E27FC236}">
                <a16:creationId xmlns:a16="http://schemas.microsoft.com/office/drawing/2014/main" id="{8086CEB9-9569-DB40-AA0F-7123645B1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64918" y="6292979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000" b="0" i="0">
                <a:solidFill>
                  <a:srgbClr val="426EB0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fld id="{017CC9F7-E331-4A4D-8258-210102ABDB4E}" type="slidenum">
              <a:rPr lang="it-IT" smtClean="0"/>
              <a:pPr/>
              <a:t>‹#›</a:t>
            </a:fld>
            <a:endParaRPr lang="it-IT" dirty="0"/>
          </a:p>
        </p:txBody>
      </p:sp>
      <p:sp>
        <p:nvSpPr>
          <p:cNvPr id="9" name="Titolo 1">
            <a:extLst>
              <a:ext uri="{FF2B5EF4-FFF2-40B4-BE49-F238E27FC236}">
                <a16:creationId xmlns:a16="http://schemas.microsoft.com/office/drawing/2014/main" id="{593FF4A5-61E0-B842-810D-44A72AB5E5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828" y="569535"/>
            <a:ext cx="10650644" cy="996715"/>
          </a:xfrm>
          <a:prstGeom prst="rect">
            <a:avLst/>
          </a:prstGeom>
        </p:spPr>
        <p:txBody>
          <a:bodyPr anchor="t" anchorCtr="0">
            <a:normAutofit/>
          </a:bodyPr>
          <a:lstStyle>
            <a:lvl1pPr>
              <a:defRPr sz="3500" b="1" i="0">
                <a:solidFill>
                  <a:schemeClr val="tx1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it-IT" dirty="0"/>
              <a:t>Slide titolo</a:t>
            </a:r>
            <a:br>
              <a:rPr lang="it-IT" dirty="0"/>
            </a:br>
            <a:r>
              <a:rPr lang="it-IT" dirty="0"/>
              <a:t>+ due paragrafi titolati</a:t>
            </a:r>
          </a:p>
        </p:txBody>
      </p:sp>
      <p:sp>
        <p:nvSpPr>
          <p:cNvPr id="10" name="Segnaposto contenuto 2">
            <a:extLst>
              <a:ext uri="{FF2B5EF4-FFF2-40B4-BE49-F238E27FC236}">
                <a16:creationId xmlns:a16="http://schemas.microsoft.com/office/drawing/2014/main" id="{C36FAC4A-8B62-7B46-BDBF-08DA3A65DF3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70677" y="2697479"/>
            <a:ext cx="10650645" cy="3091905"/>
          </a:xfrm>
          <a:prstGeom prst="rect">
            <a:avLst/>
          </a:prstGeom>
        </p:spPr>
        <p:txBody>
          <a:bodyPr numCol="2" spcCol="360000">
            <a:normAutofit/>
          </a:bodyPr>
          <a:lstStyle>
            <a:lvl1pPr marL="0" indent="0">
              <a:buNone/>
              <a:defRPr sz="1800" b="0" i="0">
                <a:latin typeface="Rubik" pitchFamily="2" charset="-79"/>
                <a:cs typeface="Rubik" pitchFamily="2" charset="-79"/>
              </a:defRPr>
            </a:lvl1pPr>
          </a:lstStyle>
          <a:p>
            <a:pPr lvl="0"/>
            <a:r>
              <a:rPr lang="it-IT" dirty="0"/>
              <a:t>Testo della slide.</a:t>
            </a:r>
            <a:br>
              <a:rPr lang="it-IT" dirty="0"/>
            </a:br>
            <a:r>
              <a:rPr lang="it-IT" dirty="0" err="1"/>
              <a:t>Lorem</a:t>
            </a:r>
            <a:r>
              <a:rPr lang="it-IT" dirty="0"/>
              <a:t> </a:t>
            </a:r>
            <a:r>
              <a:rPr lang="it-IT" dirty="0" err="1"/>
              <a:t>ipsum</a:t>
            </a:r>
            <a:r>
              <a:rPr lang="it-IT" dirty="0"/>
              <a:t> </a:t>
            </a:r>
            <a:r>
              <a:rPr lang="it-IT" dirty="0" err="1"/>
              <a:t>dolor</a:t>
            </a:r>
            <a:r>
              <a:rPr lang="it-IT" dirty="0"/>
              <a:t> </a:t>
            </a:r>
            <a:r>
              <a:rPr lang="it-IT" dirty="0" err="1"/>
              <a:t>sit</a:t>
            </a:r>
            <a:r>
              <a:rPr lang="it-IT" dirty="0"/>
              <a:t> </a:t>
            </a:r>
            <a:r>
              <a:rPr lang="it-IT" dirty="0" err="1"/>
              <a:t>amet</a:t>
            </a:r>
            <a:r>
              <a:rPr lang="it-IT" dirty="0"/>
              <a:t>, </a:t>
            </a:r>
            <a:r>
              <a:rPr lang="it-IT" dirty="0" err="1"/>
              <a:t>consectetur</a:t>
            </a:r>
            <a:r>
              <a:rPr lang="it-IT" dirty="0"/>
              <a:t> </a:t>
            </a:r>
            <a:r>
              <a:rPr lang="it-IT" dirty="0" err="1"/>
              <a:t>adipiscing</a:t>
            </a:r>
            <a:r>
              <a:rPr lang="it-IT" dirty="0"/>
              <a:t> </a:t>
            </a:r>
            <a:r>
              <a:rPr lang="it-IT" dirty="0" err="1"/>
              <a:t>elit</a:t>
            </a:r>
            <a:r>
              <a:rPr lang="it-IT" dirty="0"/>
              <a:t>. </a:t>
            </a:r>
            <a:r>
              <a:rPr lang="it-IT" dirty="0" err="1"/>
              <a:t>Sed</a:t>
            </a:r>
            <a:r>
              <a:rPr lang="it-IT" dirty="0"/>
              <a:t> </a:t>
            </a:r>
            <a:r>
              <a:rPr lang="it-IT" dirty="0" err="1"/>
              <a:t>vel</a:t>
            </a:r>
            <a:r>
              <a:rPr lang="it-IT" dirty="0"/>
              <a:t> </a:t>
            </a:r>
            <a:r>
              <a:rPr lang="it-IT" dirty="0" err="1"/>
              <a:t>tellus</a:t>
            </a:r>
            <a:r>
              <a:rPr lang="it-IT" dirty="0"/>
              <a:t> </a:t>
            </a:r>
            <a:r>
              <a:rPr lang="it-IT" dirty="0" err="1"/>
              <a:t>efficitur</a:t>
            </a:r>
            <a:r>
              <a:rPr lang="it-IT" dirty="0"/>
              <a:t>, </a:t>
            </a:r>
            <a:r>
              <a:rPr lang="it-IT" dirty="0" err="1"/>
              <a:t>consequat</a:t>
            </a:r>
            <a:r>
              <a:rPr lang="it-IT" dirty="0"/>
              <a:t> </a:t>
            </a:r>
            <a:r>
              <a:rPr lang="it-IT" dirty="0" err="1"/>
              <a:t>neque</a:t>
            </a:r>
            <a:r>
              <a:rPr lang="it-IT" dirty="0"/>
              <a:t> </a:t>
            </a:r>
            <a:r>
              <a:rPr lang="it-IT" dirty="0" err="1"/>
              <a:t>sed</a:t>
            </a:r>
            <a:r>
              <a:rPr lang="it-IT" dirty="0"/>
              <a:t>, </a:t>
            </a:r>
            <a:r>
              <a:rPr lang="it-IT" dirty="0" err="1"/>
              <a:t>consectetur</a:t>
            </a:r>
            <a:r>
              <a:rPr lang="it-IT" dirty="0"/>
              <a:t> </a:t>
            </a:r>
            <a:r>
              <a:rPr lang="it-IT" dirty="0" err="1"/>
              <a:t>nunc</a:t>
            </a:r>
            <a:r>
              <a:rPr lang="it-IT" dirty="0"/>
              <a:t>. </a:t>
            </a:r>
            <a:r>
              <a:rPr lang="it-IT" dirty="0" err="1"/>
              <a:t>Pellentesque</a:t>
            </a:r>
            <a:r>
              <a:rPr lang="it-IT" dirty="0"/>
              <a:t> </a:t>
            </a:r>
            <a:r>
              <a:rPr lang="it-IT" dirty="0" err="1"/>
              <a:t>blandit</a:t>
            </a:r>
            <a:r>
              <a:rPr lang="it-IT" dirty="0"/>
              <a:t> </a:t>
            </a:r>
            <a:r>
              <a:rPr lang="it-IT" dirty="0" err="1"/>
              <a:t>interdum</a:t>
            </a:r>
            <a:r>
              <a:rPr lang="it-IT" dirty="0"/>
              <a:t> </a:t>
            </a:r>
            <a:r>
              <a:rPr lang="it-IT" dirty="0" err="1"/>
              <a:t>lobortis</a:t>
            </a:r>
            <a:r>
              <a:rPr lang="it-IT" dirty="0"/>
              <a:t>. Ut et ligula </a:t>
            </a:r>
            <a:r>
              <a:rPr lang="it-IT" dirty="0" err="1"/>
              <a:t>vel</a:t>
            </a:r>
            <a:r>
              <a:rPr lang="it-IT" dirty="0"/>
              <a:t> </a:t>
            </a:r>
            <a:r>
              <a:rPr lang="it-IT" dirty="0" err="1"/>
              <a:t>felis</a:t>
            </a:r>
            <a:r>
              <a:rPr lang="it-IT" dirty="0"/>
              <a:t> </a:t>
            </a:r>
            <a:r>
              <a:rPr lang="it-IT" dirty="0" err="1"/>
              <a:t>iaculis</a:t>
            </a:r>
            <a:r>
              <a:rPr lang="it-IT" dirty="0"/>
              <a:t> </a:t>
            </a:r>
            <a:r>
              <a:rPr lang="it-IT" dirty="0" err="1"/>
              <a:t>volutpat</a:t>
            </a:r>
            <a:r>
              <a:rPr lang="it-IT" dirty="0"/>
              <a:t>. Morbi </a:t>
            </a:r>
            <a:r>
              <a:rPr lang="it-IT" dirty="0" err="1"/>
              <a:t>sed</a:t>
            </a:r>
            <a:r>
              <a:rPr lang="it-IT" dirty="0"/>
              <a:t> </a:t>
            </a:r>
            <a:r>
              <a:rPr lang="it-IT" dirty="0" err="1"/>
              <a:t>velit</a:t>
            </a:r>
            <a:r>
              <a:rPr lang="it-IT" dirty="0"/>
              <a:t> </a:t>
            </a:r>
            <a:r>
              <a:rPr lang="it-IT" dirty="0" err="1"/>
              <a:t>lorem</a:t>
            </a:r>
            <a:r>
              <a:rPr lang="it-IT" dirty="0"/>
              <a:t>. </a:t>
            </a:r>
            <a:r>
              <a:rPr lang="it-IT" dirty="0" err="1"/>
              <a:t>Suspendisse</a:t>
            </a:r>
            <a:r>
              <a:rPr lang="it-IT" dirty="0"/>
              <a:t> </a:t>
            </a:r>
            <a:r>
              <a:rPr lang="it-IT" dirty="0" err="1"/>
              <a:t>turpis</a:t>
            </a:r>
            <a:r>
              <a:rPr lang="it-IT" dirty="0"/>
              <a:t> </a:t>
            </a:r>
            <a:r>
              <a:rPr lang="it-IT" dirty="0" err="1"/>
              <a:t>sem</a:t>
            </a:r>
            <a:r>
              <a:rPr lang="it-IT" dirty="0"/>
              <a:t>, </a:t>
            </a:r>
            <a:r>
              <a:rPr lang="it-IT" dirty="0" err="1"/>
              <a:t>tincidunt</a:t>
            </a:r>
            <a:r>
              <a:rPr lang="it-IT" dirty="0"/>
              <a:t> pulvinar </a:t>
            </a:r>
            <a:r>
              <a:rPr lang="it-IT" dirty="0" err="1"/>
              <a:t>sodales</a:t>
            </a:r>
            <a:r>
              <a:rPr lang="it-IT" dirty="0"/>
              <a:t> </a:t>
            </a:r>
            <a:r>
              <a:rPr lang="it-IT" dirty="0" err="1"/>
              <a:t>sed</a:t>
            </a:r>
            <a:r>
              <a:rPr lang="it-IT" dirty="0"/>
              <a:t>, </a:t>
            </a:r>
            <a:r>
              <a:rPr lang="it-IT" dirty="0" err="1"/>
              <a:t>feugiat</a:t>
            </a:r>
            <a:r>
              <a:rPr lang="it-IT" dirty="0"/>
              <a:t> a </a:t>
            </a:r>
            <a:r>
              <a:rPr lang="it-IT" dirty="0" err="1"/>
              <a:t>erat</a:t>
            </a:r>
            <a:r>
              <a:rPr lang="it-IT" dirty="0"/>
              <a:t>. </a:t>
            </a:r>
            <a:r>
              <a:rPr lang="it-IT" dirty="0" err="1"/>
              <a:t>Phasellus</a:t>
            </a:r>
            <a:r>
              <a:rPr lang="it-IT" dirty="0"/>
              <a:t> ut mi </a:t>
            </a:r>
            <a:r>
              <a:rPr lang="it-IT" dirty="0" err="1"/>
              <a:t>at</a:t>
            </a:r>
            <a:r>
              <a:rPr lang="it-IT" dirty="0"/>
              <a:t> </a:t>
            </a:r>
            <a:r>
              <a:rPr lang="it-IT" dirty="0" err="1"/>
              <a:t>tortor</a:t>
            </a:r>
            <a:r>
              <a:rPr lang="it-IT" dirty="0"/>
              <a:t> </a:t>
            </a:r>
            <a:r>
              <a:rPr lang="it-IT" dirty="0" err="1"/>
              <a:t>interdum</a:t>
            </a:r>
            <a:r>
              <a:rPr lang="it-IT" dirty="0"/>
              <a:t> </a:t>
            </a:r>
            <a:r>
              <a:rPr lang="it-IT" dirty="0" err="1"/>
              <a:t>dictum</a:t>
            </a:r>
            <a:r>
              <a:rPr lang="it-IT" dirty="0"/>
              <a:t>. </a:t>
            </a:r>
            <a:r>
              <a:rPr lang="it-IT" dirty="0" err="1"/>
              <a:t>Sed</a:t>
            </a:r>
            <a:r>
              <a:rPr lang="it-IT" dirty="0"/>
              <a:t> </a:t>
            </a:r>
            <a:r>
              <a:rPr lang="it-IT" dirty="0" err="1"/>
              <a:t>accumsan</a:t>
            </a:r>
            <a:r>
              <a:rPr lang="it-IT" dirty="0"/>
              <a:t> </a:t>
            </a:r>
            <a:r>
              <a:rPr lang="it-IT" dirty="0" err="1"/>
              <a:t>mauris</a:t>
            </a:r>
            <a:r>
              <a:rPr lang="it-IT" dirty="0"/>
              <a:t> id </a:t>
            </a:r>
            <a:r>
              <a:rPr lang="it-IT" dirty="0" err="1"/>
              <a:t>augue</a:t>
            </a:r>
            <a:r>
              <a:rPr lang="it-IT" dirty="0"/>
              <a:t> </a:t>
            </a:r>
            <a:r>
              <a:rPr lang="it-IT" dirty="0" err="1"/>
              <a:t>bibendum</a:t>
            </a:r>
            <a:r>
              <a:rPr lang="it-IT" dirty="0"/>
              <a:t> </a:t>
            </a:r>
            <a:r>
              <a:rPr lang="it-IT" dirty="0" err="1"/>
              <a:t>dictum</a:t>
            </a:r>
            <a:r>
              <a:rPr lang="it-IT" dirty="0"/>
              <a:t>.</a:t>
            </a:r>
          </a:p>
          <a:p>
            <a:pPr lvl="0"/>
            <a:r>
              <a:rPr lang="it-IT" dirty="0" err="1"/>
              <a:t>Nam</a:t>
            </a:r>
            <a:r>
              <a:rPr lang="it-IT" dirty="0"/>
              <a:t> </a:t>
            </a:r>
            <a:r>
              <a:rPr lang="it-IT" dirty="0" err="1"/>
              <a:t>vel</a:t>
            </a:r>
            <a:r>
              <a:rPr lang="it-IT" dirty="0"/>
              <a:t> </a:t>
            </a:r>
            <a:r>
              <a:rPr lang="it-IT" dirty="0" err="1"/>
              <a:t>rutrum</a:t>
            </a:r>
            <a:r>
              <a:rPr lang="it-IT" dirty="0"/>
              <a:t> </a:t>
            </a:r>
            <a:r>
              <a:rPr lang="it-IT" dirty="0" err="1"/>
              <a:t>tellus</a:t>
            </a:r>
            <a:r>
              <a:rPr lang="it-IT" dirty="0"/>
              <a:t>. </a:t>
            </a:r>
            <a:r>
              <a:rPr lang="it-IT" dirty="0" err="1"/>
              <a:t>Nam</a:t>
            </a:r>
            <a:r>
              <a:rPr lang="it-IT" dirty="0"/>
              <a:t> </a:t>
            </a:r>
            <a:r>
              <a:rPr lang="it-IT" dirty="0" err="1"/>
              <a:t>rutrum</a:t>
            </a:r>
            <a:r>
              <a:rPr lang="it-IT" dirty="0"/>
              <a:t> pulvinar </a:t>
            </a:r>
            <a:r>
              <a:rPr lang="it-IT" dirty="0" err="1"/>
              <a:t>arcu</a:t>
            </a:r>
            <a:r>
              <a:rPr lang="it-IT" dirty="0"/>
              <a:t>, in </a:t>
            </a:r>
            <a:r>
              <a:rPr lang="it-IT" dirty="0" err="1"/>
              <a:t>auctor</a:t>
            </a:r>
            <a:r>
              <a:rPr lang="it-IT" dirty="0"/>
              <a:t> </a:t>
            </a:r>
            <a:r>
              <a:rPr lang="it-IT" dirty="0" err="1"/>
              <a:t>lectus</a:t>
            </a:r>
            <a:r>
              <a:rPr lang="it-IT" dirty="0"/>
              <a:t>. In non </a:t>
            </a:r>
            <a:r>
              <a:rPr lang="it-IT" dirty="0" err="1"/>
              <a:t>risus</a:t>
            </a:r>
            <a:r>
              <a:rPr lang="it-IT" dirty="0"/>
              <a:t> </a:t>
            </a:r>
            <a:r>
              <a:rPr lang="it-IT" dirty="0" err="1"/>
              <a:t>elementum</a:t>
            </a:r>
            <a:r>
              <a:rPr lang="it-IT" dirty="0"/>
              <a:t> </a:t>
            </a:r>
            <a:r>
              <a:rPr lang="it-IT" dirty="0" err="1"/>
              <a:t>dolor</a:t>
            </a:r>
            <a:r>
              <a:rPr lang="it-IT" dirty="0"/>
              <a:t> </a:t>
            </a:r>
            <a:r>
              <a:rPr lang="it-IT" dirty="0" err="1"/>
              <a:t>porttitor</a:t>
            </a:r>
            <a:r>
              <a:rPr lang="it-IT" dirty="0"/>
              <a:t> </a:t>
            </a:r>
            <a:r>
              <a:rPr lang="it-IT" dirty="0" err="1"/>
              <a:t>blandit</a:t>
            </a:r>
            <a:r>
              <a:rPr lang="it-IT" dirty="0"/>
              <a:t>. </a:t>
            </a:r>
            <a:r>
              <a:rPr lang="it-IT" dirty="0" err="1"/>
              <a:t>Sed</a:t>
            </a:r>
            <a:r>
              <a:rPr lang="it-IT" dirty="0"/>
              <a:t> cursus </a:t>
            </a:r>
            <a:r>
              <a:rPr lang="it-IT" dirty="0" err="1"/>
              <a:t>laoreet</a:t>
            </a:r>
            <a:r>
              <a:rPr lang="it-IT" dirty="0"/>
              <a:t> eros, </a:t>
            </a:r>
            <a:r>
              <a:rPr lang="it-IT" dirty="0" err="1"/>
              <a:t>eget</a:t>
            </a:r>
            <a:r>
              <a:rPr lang="it-IT" dirty="0"/>
              <a:t> </a:t>
            </a:r>
            <a:r>
              <a:rPr lang="it-IT" dirty="0" err="1"/>
              <a:t>porttitor</a:t>
            </a:r>
            <a:r>
              <a:rPr lang="it-IT" dirty="0"/>
              <a:t> </a:t>
            </a:r>
            <a:r>
              <a:rPr lang="it-IT" dirty="0" err="1"/>
              <a:t>nisi</a:t>
            </a:r>
            <a:r>
              <a:rPr lang="it-IT" dirty="0"/>
              <a:t>. “</a:t>
            </a:r>
            <a:r>
              <a:rPr lang="it-IT" dirty="0" err="1"/>
              <a:t>Nullam</a:t>
            </a:r>
            <a:r>
              <a:rPr lang="it-IT" dirty="0"/>
              <a:t> non </a:t>
            </a:r>
            <a:r>
              <a:rPr lang="it-IT" dirty="0" err="1"/>
              <a:t>nisl</a:t>
            </a:r>
            <a:r>
              <a:rPr lang="it-IT" dirty="0"/>
              <a:t> </a:t>
            </a:r>
            <a:r>
              <a:rPr lang="it-IT" dirty="0" err="1"/>
              <a:t>eget</a:t>
            </a:r>
            <a:r>
              <a:rPr lang="it-IT" dirty="0"/>
              <a:t> </a:t>
            </a:r>
            <a:r>
              <a:rPr lang="it-IT" dirty="0" err="1"/>
              <a:t>justo</a:t>
            </a:r>
            <a:r>
              <a:rPr lang="it-IT" dirty="0"/>
              <a:t> </a:t>
            </a:r>
            <a:r>
              <a:rPr lang="it-IT" dirty="0" err="1"/>
              <a:t>feugiat</a:t>
            </a:r>
            <a:r>
              <a:rPr lang="it-IT" dirty="0"/>
              <a:t> gravida </a:t>
            </a:r>
            <a:r>
              <a:rPr lang="it-IT" dirty="0" err="1"/>
              <a:t>eu</a:t>
            </a:r>
            <a:r>
              <a:rPr lang="it-IT" dirty="0"/>
              <a:t> ut est”. </a:t>
            </a:r>
            <a:r>
              <a:rPr lang="it-IT" dirty="0" err="1"/>
              <a:t>Curabitur</a:t>
            </a:r>
            <a:r>
              <a:rPr lang="it-IT" dirty="0"/>
              <a:t> </a:t>
            </a:r>
            <a:r>
              <a:rPr lang="it-IT" dirty="0" err="1"/>
              <a:t>fermentum</a:t>
            </a:r>
            <a:r>
              <a:rPr lang="it-IT" dirty="0"/>
              <a:t> </a:t>
            </a:r>
            <a:r>
              <a:rPr lang="it-IT" dirty="0" err="1"/>
              <a:t>tortor</a:t>
            </a:r>
            <a:r>
              <a:rPr lang="it-IT" dirty="0"/>
              <a:t> </a:t>
            </a:r>
            <a:r>
              <a:rPr lang="it-IT" dirty="0" err="1"/>
              <a:t>quis</a:t>
            </a:r>
            <a:r>
              <a:rPr lang="it-IT" dirty="0"/>
              <a:t> </a:t>
            </a:r>
            <a:r>
              <a:rPr lang="it-IT" dirty="0" err="1"/>
              <a:t>sapien</a:t>
            </a:r>
            <a:r>
              <a:rPr lang="it-IT" dirty="0"/>
              <a:t> </a:t>
            </a:r>
            <a:r>
              <a:rPr lang="it-IT" dirty="0" err="1"/>
              <a:t>finibus</a:t>
            </a:r>
            <a:r>
              <a:rPr lang="it-IT" dirty="0"/>
              <a:t>, </a:t>
            </a:r>
            <a:r>
              <a:rPr lang="it-IT" dirty="0" err="1"/>
              <a:t>vel</a:t>
            </a:r>
            <a:r>
              <a:rPr lang="it-IT" dirty="0"/>
              <a:t> </a:t>
            </a:r>
            <a:r>
              <a:rPr lang="it-IT" dirty="0" err="1"/>
              <a:t>vulputate</a:t>
            </a:r>
            <a:r>
              <a:rPr lang="it-IT" dirty="0"/>
              <a:t> ex </a:t>
            </a:r>
            <a:r>
              <a:rPr lang="it-IT" dirty="0" err="1"/>
              <a:t>dignissim</a:t>
            </a:r>
            <a:r>
              <a:rPr lang="it-IT" dirty="0"/>
              <a:t>. </a:t>
            </a:r>
            <a:r>
              <a:rPr lang="it-IT" dirty="0" err="1"/>
              <a:t>Phasellus</a:t>
            </a:r>
            <a:r>
              <a:rPr lang="it-IT" dirty="0"/>
              <a:t> </a:t>
            </a:r>
            <a:r>
              <a:rPr lang="it-IT" dirty="0" err="1"/>
              <a:t>maximus</a:t>
            </a:r>
            <a:r>
              <a:rPr lang="it-IT" dirty="0"/>
              <a:t> </a:t>
            </a:r>
            <a:r>
              <a:rPr lang="it-IT" dirty="0" err="1"/>
              <a:t>diam</a:t>
            </a:r>
            <a:r>
              <a:rPr lang="it-IT" dirty="0"/>
              <a:t> </a:t>
            </a:r>
            <a:r>
              <a:rPr lang="it-IT" dirty="0" err="1"/>
              <a:t>nec</a:t>
            </a:r>
            <a:r>
              <a:rPr lang="it-IT" dirty="0"/>
              <a:t> </a:t>
            </a:r>
            <a:r>
              <a:rPr lang="it-IT" dirty="0" err="1"/>
              <a:t>accumsan</a:t>
            </a:r>
            <a:r>
              <a:rPr lang="it-IT" dirty="0"/>
              <a:t> </a:t>
            </a:r>
            <a:r>
              <a:rPr lang="it-IT" dirty="0" err="1"/>
              <a:t>mollis</a:t>
            </a:r>
            <a:r>
              <a:rPr lang="it-IT" dirty="0"/>
              <a:t>. </a:t>
            </a:r>
            <a:r>
              <a:rPr lang="it-IT" dirty="0" err="1"/>
              <a:t>Mauris</a:t>
            </a:r>
            <a:r>
              <a:rPr lang="it-IT" dirty="0"/>
              <a:t> </a:t>
            </a:r>
            <a:r>
              <a:rPr lang="it-IT" dirty="0" err="1"/>
              <a:t>quis</a:t>
            </a:r>
            <a:r>
              <a:rPr lang="it-IT" dirty="0"/>
              <a:t> </a:t>
            </a:r>
            <a:r>
              <a:rPr lang="it-IT" dirty="0" err="1"/>
              <a:t>turpis</a:t>
            </a:r>
            <a:r>
              <a:rPr lang="it-IT" dirty="0"/>
              <a:t> et </a:t>
            </a:r>
            <a:r>
              <a:rPr lang="it-IT" dirty="0" err="1"/>
              <a:t>justo</a:t>
            </a:r>
            <a:r>
              <a:rPr lang="it-IT" dirty="0"/>
              <a:t> </a:t>
            </a:r>
            <a:r>
              <a:rPr lang="it-IT" dirty="0" err="1"/>
              <a:t>efficitur</a:t>
            </a:r>
            <a:r>
              <a:rPr lang="it-IT" dirty="0"/>
              <a:t> </a:t>
            </a:r>
            <a:r>
              <a:rPr lang="it-IT" dirty="0" err="1"/>
              <a:t>luctus</a:t>
            </a:r>
            <a:r>
              <a:rPr lang="it-IT" dirty="0"/>
              <a:t>. </a:t>
            </a:r>
            <a:r>
              <a:rPr lang="it-IT" dirty="0" err="1"/>
              <a:t>Sed</a:t>
            </a:r>
            <a:r>
              <a:rPr lang="it-IT" dirty="0"/>
              <a:t> molestie orci </a:t>
            </a:r>
            <a:r>
              <a:rPr lang="it-IT" dirty="0" err="1"/>
              <a:t>metus</a:t>
            </a:r>
            <a:r>
              <a:rPr lang="it-IT" dirty="0"/>
              <a:t>, et </a:t>
            </a:r>
            <a:r>
              <a:rPr lang="it-IT" dirty="0" err="1"/>
              <a:t>eleifend</a:t>
            </a:r>
            <a:r>
              <a:rPr lang="it-IT" dirty="0"/>
              <a:t> </a:t>
            </a:r>
            <a:r>
              <a:rPr lang="it-IT" dirty="0" err="1"/>
              <a:t>enim</a:t>
            </a:r>
            <a:r>
              <a:rPr lang="it-IT" dirty="0"/>
              <a:t> </a:t>
            </a:r>
            <a:r>
              <a:rPr lang="it-IT" dirty="0" err="1"/>
              <a:t>bibendum</a:t>
            </a:r>
            <a:r>
              <a:rPr lang="it-IT" dirty="0"/>
              <a:t> </a:t>
            </a:r>
            <a:r>
              <a:rPr lang="it-IT" dirty="0" err="1"/>
              <a:t>vel</a:t>
            </a:r>
            <a:r>
              <a:rPr lang="it-IT" dirty="0"/>
              <a:t>. </a:t>
            </a:r>
            <a:r>
              <a:rPr lang="it-IT" dirty="0" err="1"/>
              <a:t>Maecenas</a:t>
            </a:r>
            <a:r>
              <a:rPr lang="it-IT" dirty="0"/>
              <a:t> </a:t>
            </a:r>
            <a:r>
              <a:rPr lang="it-IT" dirty="0" err="1"/>
              <a:t>ac</a:t>
            </a:r>
            <a:r>
              <a:rPr lang="it-IT" dirty="0"/>
              <a:t> </a:t>
            </a:r>
            <a:r>
              <a:rPr lang="it-IT" dirty="0" err="1"/>
              <a:t>malesuada</a:t>
            </a:r>
            <a:r>
              <a:rPr lang="it-IT" dirty="0"/>
              <a:t> </a:t>
            </a:r>
            <a:r>
              <a:rPr lang="it-IT" dirty="0" err="1"/>
              <a:t>risus</a:t>
            </a:r>
            <a:r>
              <a:rPr lang="it-IT" dirty="0"/>
              <a:t>. </a:t>
            </a:r>
            <a:r>
              <a:rPr lang="it-IT" dirty="0" err="1"/>
              <a:t>Aliquam</a:t>
            </a:r>
            <a:r>
              <a:rPr lang="it-IT" dirty="0"/>
              <a:t> </a:t>
            </a:r>
            <a:r>
              <a:rPr lang="it-IT" dirty="0" err="1"/>
              <a:t>erat</a:t>
            </a:r>
            <a:r>
              <a:rPr lang="it-IT" dirty="0"/>
              <a:t> </a:t>
            </a:r>
            <a:r>
              <a:rPr lang="it-IT" dirty="0" err="1"/>
              <a:t>volutpat</a:t>
            </a:r>
            <a:r>
              <a:rPr lang="it-IT" dirty="0"/>
              <a:t>. </a:t>
            </a:r>
            <a:r>
              <a:rPr lang="it-IT" dirty="0" err="1"/>
              <a:t>Maecenas</a:t>
            </a:r>
            <a:r>
              <a:rPr lang="it-IT" dirty="0"/>
              <a:t> a urna </a:t>
            </a:r>
            <a:r>
              <a:rPr lang="it-IT" dirty="0" err="1"/>
              <a:t>erat</a:t>
            </a:r>
            <a:r>
              <a:rPr lang="it-IT" dirty="0"/>
              <a:t>.</a:t>
            </a:r>
          </a:p>
        </p:txBody>
      </p:sp>
      <p:sp>
        <p:nvSpPr>
          <p:cNvPr id="11" name="Segnaposto contenuto 2">
            <a:extLst>
              <a:ext uri="{FF2B5EF4-FFF2-40B4-BE49-F238E27FC236}">
                <a16:creationId xmlns:a16="http://schemas.microsoft.com/office/drawing/2014/main" id="{049C2603-ED0A-DF4C-91FA-A9F48A6CA4B3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770677" y="2201713"/>
            <a:ext cx="5081483" cy="295870"/>
          </a:xfrm>
          <a:prstGeom prst="rect">
            <a:avLst/>
          </a:prstGeom>
        </p:spPr>
        <p:txBody>
          <a:bodyPr numCol="1" spcCol="0">
            <a:normAutofit/>
          </a:bodyPr>
          <a:lstStyle>
            <a:lvl1pPr marL="0" indent="0">
              <a:buNone/>
              <a:defRPr sz="1800" b="1" i="0">
                <a:latin typeface="Rubik" pitchFamily="2" charset="-79"/>
                <a:cs typeface="Rubik" pitchFamily="2" charset="-79"/>
              </a:defRPr>
            </a:lvl1pPr>
          </a:lstStyle>
          <a:p>
            <a:pPr lvl="0"/>
            <a:r>
              <a:rPr lang="it-IT" dirty="0"/>
              <a:t>Titolo paragrafo</a:t>
            </a:r>
          </a:p>
        </p:txBody>
      </p:sp>
      <p:sp>
        <p:nvSpPr>
          <p:cNvPr id="12" name="Segnaposto contenuto 2">
            <a:extLst>
              <a:ext uri="{FF2B5EF4-FFF2-40B4-BE49-F238E27FC236}">
                <a16:creationId xmlns:a16="http://schemas.microsoft.com/office/drawing/2014/main" id="{8DD28BFA-1FCC-0248-9D86-944C764792A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190021" y="2201713"/>
            <a:ext cx="5231301" cy="295870"/>
          </a:xfrm>
          <a:prstGeom prst="rect">
            <a:avLst/>
          </a:prstGeom>
        </p:spPr>
        <p:txBody>
          <a:bodyPr numCol="1" spcCol="0">
            <a:normAutofit/>
          </a:bodyPr>
          <a:lstStyle>
            <a:lvl1pPr marL="0" indent="0">
              <a:buNone/>
              <a:defRPr sz="1800" b="1" i="0">
                <a:latin typeface="Rubik" pitchFamily="2" charset="-79"/>
                <a:cs typeface="Rubik" pitchFamily="2" charset="-79"/>
              </a:defRPr>
            </a:lvl1pPr>
          </a:lstStyle>
          <a:p>
            <a:pPr lvl="0"/>
            <a:r>
              <a:rPr lang="it-IT" dirty="0"/>
              <a:t>Titolo paragrafo</a:t>
            </a:r>
          </a:p>
        </p:txBody>
      </p:sp>
    </p:spTree>
    <p:extLst>
      <p:ext uri="{BB962C8B-B14F-4D97-AF65-F5344CB8AC3E}">
        <p14:creationId xmlns:p14="http://schemas.microsoft.com/office/powerpoint/2010/main" val="40612523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+ Elenco punta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4A4EC7AE-9250-B946-9EB8-BC43225032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9217" y="2203323"/>
            <a:ext cx="10642961" cy="358606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 b="1">
                <a:latin typeface="Rubik" pitchFamily="2" charset="-79"/>
                <a:cs typeface="Rubik" pitchFamily="2" charset="-79"/>
              </a:defRPr>
            </a:lvl1pPr>
            <a:lvl2pPr>
              <a:defRPr sz="1600">
                <a:latin typeface="Rubik" pitchFamily="2" charset="-79"/>
                <a:cs typeface="Rubik" pitchFamily="2" charset="-79"/>
              </a:defRPr>
            </a:lvl2pPr>
            <a:lvl3pPr>
              <a:defRPr sz="1200">
                <a:latin typeface="Rubik" pitchFamily="2" charset="-79"/>
                <a:cs typeface="Rubik" pitchFamily="2" charset="-79"/>
              </a:defRPr>
            </a:lvl3pPr>
            <a:lvl4pPr>
              <a:defRPr sz="2000">
                <a:latin typeface="Rubik" pitchFamily="2" charset="-79"/>
                <a:cs typeface="Rubik" pitchFamily="2" charset="-79"/>
              </a:defRPr>
            </a:lvl4pPr>
            <a:lvl5pPr>
              <a:defRPr sz="2000"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</p:txBody>
      </p:sp>
      <p:sp>
        <p:nvSpPr>
          <p:cNvPr id="10" name="Titolo 1">
            <a:extLst>
              <a:ext uri="{FF2B5EF4-FFF2-40B4-BE49-F238E27FC236}">
                <a16:creationId xmlns:a16="http://schemas.microsoft.com/office/drawing/2014/main" id="{E82551A4-41A1-BF49-B600-3990D26A00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828" y="569535"/>
            <a:ext cx="10650644" cy="996715"/>
          </a:xfrm>
          <a:prstGeom prst="rect">
            <a:avLst/>
          </a:prstGeom>
        </p:spPr>
        <p:txBody>
          <a:bodyPr anchor="t" anchorCtr="0">
            <a:normAutofit/>
          </a:bodyPr>
          <a:lstStyle>
            <a:lvl1pPr>
              <a:defRPr sz="3500" b="1" i="0">
                <a:solidFill>
                  <a:schemeClr val="tx1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it-IT" dirty="0"/>
              <a:t>Slide titolo </a:t>
            </a:r>
            <a:br>
              <a:rPr lang="it-IT" dirty="0"/>
            </a:br>
            <a:r>
              <a:rPr lang="it-IT" dirty="0"/>
              <a:t>e punto elenco</a:t>
            </a:r>
          </a:p>
        </p:txBody>
      </p:sp>
      <p:sp>
        <p:nvSpPr>
          <p:cNvPr id="14" name="Segnaposto numero diapositiva 5">
            <a:extLst>
              <a:ext uri="{FF2B5EF4-FFF2-40B4-BE49-F238E27FC236}">
                <a16:creationId xmlns:a16="http://schemas.microsoft.com/office/drawing/2014/main" id="{99F6BAC3-2ABC-DA49-BC1C-62E7E1405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64918" y="6292979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000" b="0" i="0">
                <a:solidFill>
                  <a:srgbClr val="426EB0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fld id="{017CC9F7-E331-4A4D-8258-210102ABDB4E}" type="slidenum">
              <a:rPr lang="it-IT" smtClean="0"/>
              <a:pPr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9151322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olo + Elenco punta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4A4EC7AE-9250-B946-9EB8-BC43225032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9218" y="2203323"/>
            <a:ext cx="5260880" cy="358606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 b="1">
                <a:latin typeface="Rubik" pitchFamily="2" charset="-79"/>
                <a:cs typeface="Rubik" pitchFamily="2" charset="-79"/>
              </a:defRPr>
            </a:lvl1pPr>
            <a:lvl2pPr>
              <a:defRPr sz="1600">
                <a:latin typeface="Rubik" pitchFamily="2" charset="-79"/>
                <a:cs typeface="Rubik" pitchFamily="2" charset="-79"/>
              </a:defRPr>
            </a:lvl2pPr>
            <a:lvl3pPr>
              <a:defRPr sz="1200">
                <a:latin typeface="Rubik" pitchFamily="2" charset="-79"/>
                <a:cs typeface="Rubik" pitchFamily="2" charset="-79"/>
              </a:defRPr>
            </a:lvl3pPr>
            <a:lvl4pPr>
              <a:defRPr sz="2000">
                <a:latin typeface="Rubik" pitchFamily="2" charset="-79"/>
                <a:cs typeface="Rubik" pitchFamily="2" charset="-79"/>
              </a:defRPr>
            </a:lvl4pPr>
            <a:lvl5pPr>
              <a:defRPr sz="2000"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</p:txBody>
      </p:sp>
      <p:sp>
        <p:nvSpPr>
          <p:cNvPr id="10" name="Titolo 1">
            <a:extLst>
              <a:ext uri="{FF2B5EF4-FFF2-40B4-BE49-F238E27FC236}">
                <a16:creationId xmlns:a16="http://schemas.microsoft.com/office/drawing/2014/main" id="{E82551A4-41A1-BF49-B600-3990D26A00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828" y="569535"/>
            <a:ext cx="10650644" cy="996715"/>
          </a:xfrm>
          <a:prstGeom prst="rect">
            <a:avLst/>
          </a:prstGeom>
        </p:spPr>
        <p:txBody>
          <a:bodyPr anchor="t" anchorCtr="0">
            <a:normAutofit/>
          </a:bodyPr>
          <a:lstStyle>
            <a:lvl1pPr>
              <a:defRPr sz="3500" b="1" i="0">
                <a:solidFill>
                  <a:schemeClr val="tx1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it-IT" dirty="0"/>
              <a:t>Slide titolo </a:t>
            </a:r>
            <a:br>
              <a:rPr lang="it-IT" dirty="0"/>
            </a:br>
            <a:r>
              <a:rPr lang="it-IT" dirty="0"/>
              <a:t>e due punto elenco</a:t>
            </a:r>
          </a:p>
        </p:txBody>
      </p:sp>
      <p:sp>
        <p:nvSpPr>
          <p:cNvPr id="14" name="Segnaposto numero diapositiva 5">
            <a:extLst>
              <a:ext uri="{FF2B5EF4-FFF2-40B4-BE49-F238E27FC236}">
                <a16:creationId xmlns:a16="http://schemas.microsoft.com/office/drawing/2014/main" id="{99F6BAC3-2ABC-DA49-BC1C-62E7E1405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64918" y="6292979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000" b="0" i="0">
                <a:solidFill>
                  <a:srgbClr val="426EB0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fld id="{017CC9F7-E331-4A4D-8258-210102ABDB4E}" type="slidenum">
              <a:rPr lang="it-IT" smtClean="0"/>
              <a:pPr/>
              <a:t>‹#›</a:t>
            </a:fld>
            <a:endParaRPr lang="it-IT" dirty="0"/>
          </a:p>
        </p:txBody>
      </p:sp>
      <p:sp>
        <p:nvSpPr>
          <p:cNvPr id="5" name="Segnaposto contenuto 3">
            <a:extLst>
              <a:ext uri="{FF2B5EF4-FFF2-40B4-BE49-F238E27FC236}">
                <a16:creationId xmlns:a16="http://schemas.microsoft.com/office/drawing/2014/main" id="{0A4F796F-A158-3B49-B01D-0DBB3D3C4D37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164592" y="2203323"/>
            <a:ext cx="5260880" cy="358606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 b="1">
                <a:latin typeface="Rubik" pitchFamily="2" charset="-79"/>
                <a:cs typeface="Rubik" pitchFamily="2" charset="-79"/>
              </a:defRPr>
            </a:lvl1pPr>
            <a:lvl2pPr>
              <a:defRPr sz="1600">
                <a:latin typeface="Rubik" pitchFamily="2" charset="-79"/>
                <a:cs typeface="Rubik" pitchFamily="2" charset="-79"/>
              </a:defRPr>
            </a:lvl2pPr>
            <a:lvl3pPr>
              <a:defRPr sz="1200">
                <a:latin typeface="Rubik" pitchFamily="2" charset="-79"/>
                <a:cs typeface="Rubik" pitchFamily="2" charset="-79"/>
              </a:defRPr>
            </a:lvl3pPr>
            <a:lvl4pPr>
              <a:defRPr sz="2000">
                <a:latin typeface="Rubik" pitchFamily="2" charset="-79"/>
                <a:cs typeface="Rubik" pitchFamily="2" charset="-79"/>
              </a:defRPr>
            </a:lvl4pPr>
            <a:lvl5pPr>
              <a:defRPr sz="2000"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</p:txBody>
      </p:sp>
    </p:spTree>
    <p:extLst>
      <p:ext uri="{BB962C8B-B14F-4D97-AF65-F5344CB8AC3E}">
        <p14:creationId xmlns:p14="http://schemas.microsoft.com/office/powerpoint/2010/main" val="18234899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lenco punta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egnaposto contenuto 3">
            <a:extLst>
              <a:ext uri="{FF2B5EF4-FFF2-40B4-BE49-F238E27FC236}">
                <a16:creationId xmlns:a16="http://schemas.microsoft.com/office/drawing/2014/main" id="{921C8003-4F0C-B94F-9FE8-A28BFA9EA2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9217" y="569535"/>
            <a:ext cx="10642961" cy="5219850"/>
          </a:xfrm>
          <a:prstGeom prst="rect">
            <a:avLst/>
          </a:prstGeom>
        </p:spPr>
        <p:txBody>
          <a:bodyPr numCol="2" spcCol="360000">
            <a:normAutofit/>
          </a:bodyPr>
          <a:lstStyle>
            <a:lvl1pPr>
              <a:defRPr sz="1800" b="1">
                <a:latin typeface="Rubik" pitchFamily="2" charset="-79"/>
                <a:cs typeface="Rubik" pitchFamily="2" charset="-79"/>
              </a:defRPr>
            </a:lvl1pPr>
            <a:lvl2pPr>
              <a:defRPr sz="1600">
                <a:latin typeface="Rubik" pitchFamily="2" charset="-79"/>
                <a:cs typeface="Rubik" pitchFamily="2" charset="-79"/>
              </a:defRPr>
            </a:lvl2pPr>
            <a:lvl3pPr>
              <a:defRPr sz="1200">
                <a:latin typeface="Rubik" pitchFamily="2" charset="-79"/>
                <a:cs typeface="Rubik" pitchFamily="2" charset="-79"/>
              </a:defRPr>
            </a:lvl3pPr>
            <a:lvl4pPr>
              <a:defRPr sz="2000">
                <a:latin typeface="Rubik" pitchFamily="2" charset="-79"/>
                <a:cs typeface="Rubik" pitchFamily="2" charset="-79"/>
              </a:defRPr>
            </a:lvl4pPr>
            <a:lvl5pPr>
              <a:defRPr sz="2000"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2"/>
            <a:endParaRPr lang="it-IT" dirty="0"/>
          </a:p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2"/>
            <a:endParaRPr lang="it-IT" dirty="0"/>
          </a:p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2"/>
            <a:endParaRPr lang="it-IT" dirty="0"/>
          </a:p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2"/>
            <a:endParaRPr lang="it-IT" dirty="0"/>
          </a:p>
          <a:p>
            <a:pPr lvl="2"/>
            <a:endParaRPr lang="it-IT" dirty="0"/>
          </a:p>
          <a:p>
            <a:pPr lvl="2"/>
            <a:endParaRPr lang="it-IT" dirty="0"/>
          </a:p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2"/>
            <a:endParaRPr lang="it-IT" dirty="0"/>
          </a:p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2"/>
            <a:endParaRPr lang="it-IT" dirty="0"/>
          </a:p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2"/>
            <a:endParaRPr lang="it-IT" dirty="0"/>
          </a:p>
        </p:txBody>
      </p:sp>
      <p:sp>
        <p:nvSpPr>
          <p:cNvPr id="10" name="Segnaposto numero diapositiva 5">
            <a:extLst>
              <a:ext uri="{FF2B5EF4-FFF2-40B4-BE49-F238E27FC236}">
                <a16:creationId xmlns:a16="http://schemas.microsoft.com/office/drawing/2014/main" id="{142B3ECC-045E-3D45-81BD-DC9945DD3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64918" y="6292979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000" b="0" i="0">
                <a:solidFill>
                  <a:srgbClr val="426EB0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fld id="{017CC9F7-E331-4A4D-8258-210102ABDB4E}" type="slidenum">
              <a:rPr lang="it-IT" smtClean="0"/>
              <a:pPr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84816206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sto + Elenco punta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egnaposto contenuto 2">
            <a:extLst>
              <a:ext uri="{FF2B5EF4-FFF2-40B4-BE49-F238E27FC236}">
                <a16:creationId xmlns:a16="http://schemas.microsoft.com/office/drawing/2014/main" id="{1F8847FC-3607-104A-BDD8-73CA4C4B90A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70678" y="569535"/>
            <a:ext cx="5167136" cy="521985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Rubik" pitchFamily="2" charset="-79"/>
                <a:cs typeface="Rubik" pitchFamily="2" charset="-79"/>
              </a:defRPr>
            </a:lvl1pPr>
          </a:lstStyle>
          <a:p>
            <a:pPr lvl="0"/>
            <a:r>
              <a:rPr lang="it-IT" dirty="0"/>
              <a:t>Testo della slide.</a:t>
            </a:r>
            <a:br>
              <a:rPr lang="it-IT" dirty="0"/>
            </a:br>
            <a:r>
              <a:rPr lang="it-IT" dirty="0" err="1"/>
              <a:t>Lorem</a:t>
            </a:r>
            <a:r>
              <a:rPr lang="it-IT" dirty="0"/>
              <a:t> </a:t>
            </a:r>
            <a:r>
              <a:rPr lang="it-IT" dirty="0" err="1"/>
              <a:t>ipsum</a:t>
            </a:r>
            <a:r>
              <a:rPr lang="it-IT" dirty="0"/>
              <a:t> </a:t>
            </a:r>
            <a:r>
              <a:rPr lang="it-IT" dirty="0" err="1"/>
              <a:t>dolor</a:t>
            </a:r>
            <a:r>
              <a:rPr lang="it-IT" dirty="0"/>
              <a:t> </a:t>
            </a:r>
            <a:r>
              <a:rPr lang="it-IT" dirty="0" err="1"/>
              <a:t>sit</a:t>
            </a:r>
            <a:r>
              <a:rPr lang="it-IT" dirty="0"/>
              <a:t> </a:t>
            </a:r>
            <a:r>
              <a:rPr lang="it-IT" dirty="0" err="1"/>
              <a:t>amet</a:t>
            </a:r>
            <a:r>
              <a:rPr lang="it-IT" dirty="0"/>
              <a:t>, </a:t>
            </a:r>
            <a:r>
              <a:rPr lang="it-IT" dirty="0" err="1"/>
              <a:t>consectetur</a:t>
            </a:r>
            <a:r>
              <a:rPr lang="it-IT" dirty="0"/>
              <a:t> </a:t>
            </a:r>
            <a:r>
              <a:rPr lang="it-IT" dirty="0" err="1"/>
              <a:t>adipiscing</a:t>
            </a:r>
            <a:r>
              <a:rPr lang="it-IT" dirty="0"/>
              <a:t> </a:t>
            </a:r>
            <a:r>
              <a:rPr lang="it-IT" dirty="0" err="1"/>
              <a:t>elit</a:t>
            </a:r>
            <a:r>
              <a:rPr lang="it-IT" dirty="0"/>
              <a:t>. </a:t>
            </a:r>
            <a:r>
              <a:rPr lang="it-IT" dirty="0" err="1"/>
              <a:t>Sed</a:t>
            </a:r>
            <a:r>
              <a:rPr lang="it-IT" dirty="0"/>
              <a:t> </a:t>
            </a:r>
            <a:r>
              <a:rPr lang="it-IT" dirty="0" err="1"/>
              <a:t>vel</a:t>
            </a:r>
            <a:r>
              <a:rPr lang="it-IT" dirty="0"/>
              <a:t> </a:t>
            </a:r>
            <a:r>
              <a:rPr lang="it-IT" dirty="0" err="1"/>
              <a:t>tellus</a:t>
            </a:r>
            <a:r>
              <a:rPr lang="it-IT" dirty="0"/>
              <a:t> </a:t>
            </a:r>
            <a:r>
              <a:rPr lang="it-IT" dirty="0" err="1"/>
              <a:t>efficitur</a:t>
            </a:r>
            <a:r>
              <a:rPr lang="it-IT" dirty="0"/>
              <a:t>, </a:t>
            </a:r>
            <a:r>
              <a:rPr lang="it-IT" dirty="0" err="1"/>
              <a:t>consequat</a:t>
            </a:r>
            <a:r>
              <a:rPr lang="it-IT" dirty="0"/>
              <a:t> </a:t>
            </a:r>
            <a:r>
              <a:rPr lang="it-IT" dirty="0" err="1"/>
              <a:t>neque</a:t>
            </a:r>
            <a:r>
              <a:rPr lang="it-IT" dirty="0"/>
              <a:t> </a:t>
            </a:r>
            <a:r>
              <a:rPr lang="it-IT" dirty="0" err="1"/>
              <a:t>sed</a:t>
            </a:r>
            <a:r>
              <a:rPr lang="it-IT" dirty="0"/>
              <a:t>, </a:t>
            </a:r>
            <a:r>
              <a:rPr lang="it-IT" dirty="0" err="1"/>
              <a:t>consectetur</a:t>
            </a:r>
            <a:r>
              <a:rPr lang="it-IT" dirty="0"/>
              <a:t> </a:t>
            </a:r>
            <a:r>
              <a:rPr lang="it-IT" dirty="0" err="1"/>
              <a:t>nunc</a:t>
            </a:r>
            <a:r>
              <a:rPr lang="it-IT" dirty="0"/>
              <a:t>. </a:t>
            </a:r>
            <a:r>
              <a:rPr lang="it-IT" dirty="0" err="1"/>
              <a:t>Pellentesque</a:t>
            </a:r>
            <a:r>
              <a:rPr lang="it-IT" dirty="0"/>
              <a:t> </a:t>
            </a:r>
            <a:r>
              <a:rPr lang="it-IT" dirty="0" err="1"/>
              <a:t>blandit</a:t>
            </a:r>
            <a:r>
              <a:rPr lang="it-IT" dirty="0"/>
              <a:t> </a:t>
            </a:r>
            <a:r>
              <a:rPr lang="it-IT" dirty="0" err="1"/>
              <a:t>interdum</a:t>
            </a:r>
            <a:r>
              <a:rPr lang="it-IT" dirty="0"/>
              <a:t> </a:t>
            </a:r>
            <a:r>
              <a:rPr lang="it-IT" dirty="0" err="1"/>
              <a:t>lobortis</a:t>
            </a:r>
            <a:r>
              <a:rPr lang="it-IT" dirty="0"/>
              <a:t>. Ut et ligula </a:t>
            </a:r>
            <a:r>
              <a:rPr lang="it-IT" dirty="0" err="1"/>
              <a:t>vel</a:t>
            </a:r>
            <a:r>
              <a:rPr lang="it-IT" dirty="0"/>
              <a:t> </a:t>
            </a:r>
            <a:r>
              <a:rPr lang="it-IT" dirty="0" err="1"/>
              <a:t>felis</a:t>
            </a:r>
            <a:r>
              <a:rPr lang="it-IT" dirty="0"/>
              <a:t> </a:t>
            </a:r>
            <a:r>
              <a:rPr lang="it-IT" dirty="0" err="1"/>
              <a:t>iaculis</a:t>
            </a:r>
            <a:r>
              <a:rPr lang="it-IT" dirty="0"/>
              <a:t> </a:t>
            </a:r>
            <a:r>
              <a:rPr lang="it-IT" dirty="0" err="1"/>
              <a:t>volutpat</a:t>
            </a:r>
            <a:r>
              <a:rPr lang="it-IT" dirty="0"/>
              <a:t>. Morbi </a:t>
            </a:r>
            <a:r>
              <a:rPr lang="it-IT" dirty="0" err="1"/>
              <a:t>sed</a:t>
            </a:r>
            <a:r>
              <a:rPr lang="it-IT" dirty="0"/>
              <a:t> </a:t>
            </a:r>
            <a:r>
              <a:rPr lang="it-IT" dirty="0" err="1"/>
              <a:t>velit</a:t>
            </a:r>
            <a:r>
              <a:rPr lang="it-IT" dirty="0"/>
              <a:t> </a:t>
            </a:r>
            <a:r>
              <a:rPr lang="it-IT" dirty="0" err="1"/>
              <a:t>lorem</a:t>
            </a:r>
            <a:r>
              <a:rPr lang="it-IT" dirty="0"/>
              <a:t>. </a:t>
            </a:r>
            <a:r>
              <a:rPr lang="it-IT" dirty="0" err="1"/>
              <a:t>Suspendisse</a:t>
            </a:r>
            <a:r>
              <a:rPr lang="it-IT" dirty="0"/>
              <a:t> </a:t>
            </a:r>
            <a:r>
              <a:rPr lang="it-IT" dirty="0" err="1"/>
              <a:t>turpis</a:t>
            </a:r>
            <a:r>
              <a:rPr lang="it-IT" dirty="0"/>
              <a:t> </a:t>
            </a:r>
            <a:r>
              <a:rPr lang="it-IT" dirty="0" err="1"/>
              <a:t>sem</a:t>
            </a:r>
            <a:r>
              <a:rPr lang="it-IT" dirty="0"/>
              <a:t>, </a:t>
            </a:r>
            <a:r>
              <a:rPr lang="it-IT" dirty="0" err="1"/>
              <a:t>tincidunt</a:t>
            </a:r>
            <a:r>
              <a:rPr lang="it-IT" dirty="0"/>
              <a:t> pulvinar </a:t>
            </a:r>
            <a:r>
              <a:rPr lang="it-IT" dirty="0" err="1"/>
              <a:t>sodales</a:t>
            </a:r>
            <a:r>
              <a:rPr lang="it-IT" dirty="0"/>
              <a:t> </a:t>
            </a:r>
            <a:r>
              <a:rPr lang="it-IT" dirty="0" err="1"/>
              <a:t>sed</a:t>
            </a:r>
            <a:r>
              <a:rPr lang="it-IT" dirty="0"/>
              <a:t>, </a:t>
            </a:r>
            <a:r>
              <a:rPr lang="it-IT" dirty="0" err="1"/>
              <a:t>feugiat</a:t>
            </a:r>
            <a:r>
              <a:rPr lang="it-IT" dirty="0"/>
              <a:t> a </a:t>
            </a:r>
            <a:r>
              <a:rPr lang="it-IT" dirty="0" err="1"/>
              <a:t>erat</a:t>
            </a:r>
            <a:r>
              <a:rPr lang="it-IT" dirty="0"/>
              <a:t>. </a:t>
            </a:r>
            <a:r>
              <a:rPr lang="it-IT" dirty="0" err="1"/>
              <a:t>Phasellus</a:t>
            </a:r>
            <a:r>
              <a:rPr lang="it-IT" dirty="0"/>
              <a:t> ut mi </a:t>
            </a:r>
            <a:r>
              <a:rPr lang="it-IT" dirty="0" err="1"/>
              <a:t>at</a:t>
            </a:r>
            <a:r>
              <a:rPr lang="it-IT" dirty="0"/>
              <a:t> </a:t>
            </a:r>
            <a:r>
              <a:rPr lang="it-IT" dirty="0" err="1"/>
              <a:t>tortor</a:t>
            </a:r>
            <a:r>
              <a:rPr lang="it-IT" dirty="0"/>
              <a:t> </a:t>
            </a:r>
            <a:r>
              <a:rPr lang="it-IT" dirty="0" err="1"/>
              <a:t>interdum</a:t>
            </a:r>
            <a:r>
              <a:rPr lang="it-IT" dirty="0"/>
              <a:t> </a:t>
            </a:r>
            <a:r>
              <a:rPr lang="it-IT" dirty="0" err="1"/>
              <a:t>dictum</a:t>
            </a:r>
            <a:r>
              <a:rPr lang="it-IT" dirty="0"/>
              <a:t>. </a:t>
            </a:r>
            <a:r>
              <a:rPr lang="it-IT" dirty="0" err="1"/>
              <a:t>Sed</a:t>
            </a:r>
            <a:r>
              <a:rPr lang="it-IT" dirty="0"/>
              <a:t> </a:t>
            </a:r>
            <a:r>
              <a:rPr lang="it-IT" dirty="0" err="1"/>
              <a:t>accumsan</a:t>
            </a:r>
            <a:r>
              <a:rPr lang="it-IT" dirty="0"/>
              <a:t> </a:t>
            </a:r>
            <a:r>
              <a:rPr lang="it-IT" dirty="0" err="1"/>
              <a:t>mauris</a:t>
            </a:r>
            <a:r>
              <a:rPr lang="it-IT" dirty="0"/>
              <a:t> id </a:t>
            </a:r>
            <a:r>
              <a:rPr lang="it-IT" dirty="0" err="1"/>
              <a:t>augue</a:t>
            </a:r>
            <a:r>
              <a:rPr lang="it-IT" dirty="0"/>
              <a:t> </a:t>
            </a:r>
            <a:r>
              <a:rPr lang="it-IT" dirty="0" err="1"/>
              <a:t>bibendum</a:t>
            </a:r>
            <a:r>
              <a:rPr lang="it-IT" dirty="0"/>
              <a:t> </a:t>
            </a:r>
            <a:r>
              <a:rPr lang="it-IT" dirty="0" err="1"/>
              <a:t>dictum</a:t>
            </a:r>
            <a:r>
              <a:rPr lang="it-IT" dirty="0"/>
              <a:t>.</a:t>
            </a:r>
          </a:p>
        </p:txBody>
      </p:sp>
      <p:sp>
        <p:nvSpPr>
          <p:cNvPr id="10" name="Segnaposto numero diapositiva 5">
            <a:extLst>
              <a:ext uri="{FF2B5EF4-FFF2-40B4-BE49-F238E27FC236}">
                <a16:creationId xmlns:a16="http://schemas.microsoft.com/office/drawing/2014/main" id="{D063E752-FC99-A249-BB88-73C9E4E34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64918" y="6292979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000" b="0" i="0">
                <a:solidFill>
                  <a:srgbClr val="426EB0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fld id="{017CC9F7-E331-4A4D-8258-210102ABDB4E}" type="slidenum">
              <a:rPr lang="it-IT" smtClean="0"/>
              <a:pPr/>
              <a:t>‹#›</a:t>
            </a:fld>
            <a:endParaRPr lang="it-IT" dirty="0"/>
          </a:p>
        </p:txBody>
      </p:sp>
      <p:sp>
        <p:nvSpPr>
          <p:cNvPr id="11" name="Segnaposto contenuto 3">
            <a:extLst>
              <a:ext uri="{FF2B5EF4-FFF2-40B4-BE49-F238E27FC236}">
                <a16:creationId xmlns:a16="http://schemas.microsoft.com/office/drawing/2014/main" id="{143B471E-7CEB-024E-9D9E-A69E81E869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569535"/>
            <a:ext cx="5239978" cy="5219850"/>
          </a:xfrm>
          <a:prstGeom prst="rect">
            <a:avLst/>
          </a:prstGeom>
        </p:spPr>
        <p:txBody>
          <a:bodyPr numCol="1" spcCol="0">
            <a:normAutofit/>
          </a:bodyPr>
          <a:lstStyle>
            <a:lvl1pPr>
              <a:defRPr sz="1800" b="1">
                <a:latin typeface="Rubik" pitchFamily="2" charset="-79"/>
                <a:cs typeface="Rubik" pitchFamily="2" charset="-79"/>
              </a:defRPr>
            </a:lvl1pPr>
            <a:lvl2pPr>
              <a:defRPr sz="1600">
                <a:latin typeface="Rubik" pitchFamily="2" charset="-79"/>
                <a:cs typeface="Rubik" pitchFamily="2" charset="-79"/>
              </a:defRPr>
            </a:lvl2pPr>
            <a:lvl3pPr>
              <a:defRPr sz="1200">
                <a:latin typeface="Rubik" pitchFamily="2" charset="-79"/>
                <a:cs typeface="Rubik" pitchFamily="2" charset="-79"/>
              </a:defRPr>
            </a:lvl3pPr>
            <a:lvl4pPr>
              <a:defRPr sz="2000">
                <a:latin typeface="Rubik" pitchFamily="2" charset="-79"/>
                <a:cs typeface="Rubik" pitchFamily="2" charset="-79"/>
              </a:defRPr>
            </a:lvl4pPr>
            <a:lvl5pPr>
              <a:defRPr sz="2000">
                <a:latin typeface="Rubik" pitchFamily="2" charset="-79"/>
                <a:cs typeface="Rubik" pitchFamily="2" charset="-79"/>
              </a:defRPr>
            </a:lvl5pPr>
          </a:lstStyle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</a:t>
            </a:r>
            <a:r>
              <a:rPr lang="it-IT" dirty="0" err="1"/>
              <a:t>livelloTerzo</a:t>
            </a:r>
            <a:r>
              <a:rPr lang="it-IT" dirty="0"/>
              <a:t> livello</a:t>
            </a:r>
          </a:p>
          <a:p>
            <a:pPr lvl="2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8612008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+ Grafi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egnaposto numero diapositiva 5">
            <a:extLst>
              <a:ext uri="{FF2B5EF4-FFF2-40B4-BE49-F238E27FC236}">
                <a16:creationId xmlns:a16="http://schemas.microsoft.com/office/drawing/2014/main" id="{8715B9ED-2EE3-C04A-B74D-B54C61872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64918" y="6292979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000" b="0" i="0">
                <a:solidFill>
                  <a:srgbClr val="426EB0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fld id="{017CC9F7-E331-4A4D-8258-210102ABDB4E}" type="slidenum">
              <a:rPr lang="it-IT" smtClean="0"/>
              <a:pPr/>
              <a:t>‹#›</a:t>
            </a:fld>
            <a:endParaRPr lang="it-IT" dirty="0"/>
          </a:p>
        </p:txBody>
      </p:sp>
      <p:sp>
        <p:nvSpPr>
          <p:cNvPr id="11" name="Titolo 1">
            <a:extLst>
              <a:ext uri="{FF2B5EF4-FFF2-40B4-BE49-F238E27FC236}">
                <a16:creationId xmlns:a16="http://schemas.microsoft.com/office/drawing/2014/main" id="{1271985D-3113-DC47-839E-4C2FB070AD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828" y="569535"/>
            <a:ext cx="10650644" cy="996715"/>
          </a:xfrm>
          <a:prstGeom prst="rect">
            <a:avLst/>
          </a:prstGeom>
        </p:spPr>
        <p:txBody>
          <a:bodyPr anchor="t" anchorCtr="0">
            <a:normAutofit/>
          </a:bodyPr>
          <a:lstStyle>
            <a:lvl1pPr>
              <a:defRPr sz="3500" b="1" i="0">
                <a:solidFill>
                  <a:schemeClr val="tx1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it-IT" dirty="0"/>
              <a:t>Titolo della slide</a:t>
            </a:r>
            <a:br>
              <a:rPr lang="it-IT" dirty="0"/>
            </a:br>
            <a:r>
              <a:rPr lang="it-IT" dirty="0"/>
              <a:t>fino a 2 righe</a:t>
            </a:r>
          </a:p>
        </p:txBody>
      </p:sp>
      <p:sp>
        <p:nvSpPr>
          <p:cNvPr id="12" name="Segnaposto contenuto 2">
            <a:extLst>
              <a:ext uri="{FF2B5EF4-FFF2-40B4-BE49-F238E27FC236}">
                <a16:creationId xmlns:a16="http://schemas.microsoft.com/office/drawing/2014/main" id="{EFE370B8-594B-3B4C-A499-384818115BA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70677" y="2201713"/>
            <a:ext cx="2923499" cy="3587672"/>
          </a:xfrm>
          <a:prstGeom prst="rect">
            <a:avLst/>
          </a:prstGeom>
        </p:spPr>
        <p:txBody>
          <a:bodyPr numCol="1" spcCol="0">
            <a:normAutofit/>
          </a:bodyPr>
          <a:lstStyle>
            <a:lvl1pPr marL="0" indent="0">
              <a:buNone/>
              <a:defRPr sz="1800" b="0" i="0">
                <a:latin typeface="Rubik" pitchFamily="2" charset="-79"/>
                <a:cs typeface="Rubik" pitchFamily="2" charset="-79"/>
              </a:defRPr>
            </a:lvl1pPr>
          </a:lstStyle>
          <a:p>
            <a:pPr lvl="0"/>
            <a:r>
              <a:rPr lang="it-IT" dirty="0"/>
              <a:t>Testo della slide.</a:t>
            </a:r>
            <a:br>
              <a:rPr lang="it-IT" dirty="0"/>
            </a:br>
            <a:r>
              <a:rPr lang="it-IT" dirty="0" err="1"/>
              <a:t>Lorem</a:t>
            </a:r>
            <a:r>
              <a:rPr lang="it-IT" dirty="0"/>
              <a:t> </a:t>
            </a:r>
            <a:r>
              <a:rPr lang="it-IT" dirty="0" err="1"/>
              <a:t>ipsum</a:t>
            </a:r>
            <a:r>
              <a:rPr lang="it-IT" dirty="0"/>
              <a:t> </a:t>
            </a:r>
            <a:r>
              <a:rPr lang="it-IT" dirty="0" err="1"/>
              <a:t>dolor</a:t>
            </a:r>
            <a:r>
              <a:rPr lang="it-IT" dirty="0"/>
              <a:t> </a:t>
            </a:r>
            <a:r>
              <a:rPr lang="it-IT" dirty="0" err="1"/>
              <a:t>sit</a:t>
            </a:r>
            <a:r>
              <a:rPr lang="it-IT" dirty="0"/>
              <a:t> </a:t>
            </a:r>
            <a:r>
              <a:rPr lang="it-IT" dirty="0" err="1"/>
              <a:t>amet</a:t>
            </a:r>
            <a:r>
              <a:rPr lang="it-IT" dirty="0"/>
              <a:t>, </a:t>
            </a:r>
            <a:r>
              <a:rPr lang="it-IT" dirty="0" err="1"/>
              <a:t>consectetur</a:t>
            </a:r>
            <a:r>
              <a:rPr lang="it-IT" dirty="0"/>
              <a:t> </a:t>
            </a:r>
            <a:r>
              <a:rPr lang="it-IT" dirty="0" err="1"/>
              <a:t>adipiscing</a:t>
            </a:r>
            <a:r>
              <a:rPr lang="it-IT" dirty="0"/>
              <a:t> </a:t>
            </a:r>
            <a:r>
              <a:rPr lang="it-IT" dirty="0" err="1"/>
              <a:t>elit</a:t>
            </a:r>
            <a:r>
              <a:rPr lang="it-IT" dirty="0"/>
              <a:t>. </a:t>
            </a:r>
            <a:r>
              <a:rPr lang="it-IT" dirty="0" err="1"/>
              <a:t>Sed</a:t>
            </a:r>
            <a:r>
              <a:rPr lang="it-IT" dirty="0"/>
              <a:t> </a:t>
            </a:r>
            <a:r>
              <a:rPr lang="it-IT" dirty="0" err="1"/>
              <a:t>vel</a:t>
            </a:r>
            <a:r>
              <a:rPr lang="it-IT" dirty="0"/>
              <a:t> </a:t>
            </a:r>
            <a:r>
              <a:rPr lang="it-IT" dirty="0" err="1"/>
              <a:t>tellus</a:t>
            </a:r>
            <a:r>
              <a:rPr lang="it-IT" dirty="0"/>
              <a:t> </a:t>
            </a:r>
            <a:r>
              <a:rPr lang="it-IT" dirty="0" err="1"/>
              <a:t>efficitur</a:t>
            </a:r>
            <a:r>
              <a:rPr lang="it-IT" dirty="0"/>
              <a:t>, </a:t>
            </a:r>
            <a:r>
              <a:rPr lang="it-IT" dirty="0" err="1"/>
              <a:t>consequat</a:t>
            </a:r>
            <a:r>
              <a:rPr lang="it-IT" dirty="0"/>
              <a:t> </a:t>
            </a:r>
            <a:r>
              <a:rPr lang="it-IT" dirty="0" err="1"/>
              <a:t>neque</a:t>
            </a:r>
            <a:r>
              <a:rPr lang="it-IT" dirty="0"/>
              <a:t> </a:t>
            </a:r>
            <a:r>
              <a:rPr lang="it-IT" dirty="0" err="1"/>
              <a:t>sed</a:t>
            </a:r>
            <a:r>
              <a:rPr lang="it-IT" dirty="0"/>
              <a:t>, </a:t>
            </a:r>
            <a:r>
              <a:rPr lang="it-IT" dirty="0" err="1"/>
              <a:t>consectetur</a:t>
            </a:r>
            <a:r>
              <a:rPr lang="it-IT" dirty="0"/>
              <a:t> </a:t>
            </a:r>
            <a:r>
              <a:rPr lang="it-IT" dirty="0" err="1"/>
              <a:t>nunc</a:t>
            </a:r>
            <a:r>
              <a:rPr lang="it-IT" dirty="0"/>
              <a:t>. </a:t>
            </a:r>
            <a:r>
              <a:rPr lang="it-IT" dirty="0" err="1"/>
              <a:t>Pellentesque</a:t>
            </a:r>
            <a:r>
              <a:rPr lang="it-IT" dirty="0"/>
              <a:t> </a:t>
            </a:r>
            <a:r>
              <a:rPr lang="it-IT" dirty="0" err="1"/>
              <a:t>blandit</a:t>
            </a:r>
            <a:r>
              <a:rPr lang="it-IT" dirty="0"/>
              <a:t> </a:t>
            </a:r>
            <a:r>
              <a:rPr lang="it-IT" dirty="0" err="1"/>
              <a:t>interdum</a:t>
            </a:r>
            <a:r>
              <a:rPr lang="it-IT" dirty="0"/>
              <a:t> </a:t>
            </a:r>
            <a:r>
              <a:rPr lang="it-IT" dirty="0" err="1"/>
              <a:t>lobortis</a:t>
            </a:r>
            <a:r>
              <a:rPr lang="it-IT" dirty="0"/>
              <a:t>. </a:t>
            </a:r>
          </a:p>
        </p:txBody>
      </p:sp>
      <p:graphicFrame>
        <p:nvGraphicFramePr>
          <p:cNvPr id="13" name="Grafico 12">
            <a:extLst>
              <a:ext uri="{FF2B5EF4-FFF2-40B4-BE49-F238E27FC236}">
                <a16:creationId xmlns:a16="http://schemas.microsoft.com/office/drawing/2014/main" id="{FDD4A0A1-E21E-3748-A3F4-E3C231CFA124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62865821"/>
              </p:ext>
            </p:extLst>
          </p:nvPr>
        </p:nvGraphicFramePr>
        <p:xfrm>
          <a:off x="4023360" y="2201713"/>
          <a:ext cx="7384758" cy="35876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13406113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zione b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egnaposto numero diapositiva 5">
            <a:extLst>
              <a:ext uri="{FF2B5EF4-FFF2-40B4-BE49-F238E27FC236}">
                <a16:creationId xmlns:a16="http://schemas.microsoft.com/office/drawing/2014/main" id="{398942C3-1CBC-AA4C-8933-1F5FDC15F8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64918" y="6292979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000" b="0" i="0">
                <a:solidFill>
                  <a:srgbClr val="426EB0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fld id="{017CC9F7-E331-4A4D-8258-210102ABDB4E}" type="slidenum">
              <a:rPr lang="it-IT" smtClean="0"/>
              <a:pPr/>
              <a:t>‹#›</a:t>
            </a:fld>
            <a:endParaRPr lang="it-IT" dirty="0"/>
          </a:p>
        </p:txBody>
      </p:sp>
      <p:sp>
        <p:nvSpPr>
          <p:cNvPr id="11" name="Titolo 1">
            <a:extLst>
              <a:ext uri="{FF2B5EF4-FFF2-40B4-BE49-F238E27FC236}">
                <a16:creationId xmlns:a16="http://schemas.microsoft.com/office/drawing/2014/main" id="{1E956E04-B809-624D-9D17-D1FF1D3F85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828" y="569535"/>
            <a:ext cx="10650644" cy="4521449"/>
          </a:xfrm>
          <a:prstGeom prst="rect">
            <a:avLst/>
          </a:prstGeom>
        </p:spPr>
        <p:txBody>
          <a:bodyPr anchor="t" anchorCtr="0">
            <a:normAutofit/>
          </a:bodyPr>
          <a:lstStyle>
            <a:lvl1pPr>
              <a:defRPr sz="3500" b="0" i="1">
                <a:solidFill>
                  <a:srgbClr val="4E5960"/>
                </a:solidFill>
                <a:latin typeface="Rubik Light" pitchFamily="2" charset="-79"/>
                <a:cs typeface="Rubik Light" pitchFamily="2" charset="-79"/>
              </a:defRPr>
            </a:lvl1pPr>
          </a:lstStyle>
          <a:p>
            <a:r>
              <a:rPr lang="it-IT" dirty="0"/>
              <a:t>–</a:t>
            </a:r>
            <a:br>
              <a:rPr lang="it-IT" dirty="0"/>
            </a:br>
            <a:r>
              <a:rPr lang="it-IT" dirty="0"/>
              <a:t>Slide citazione</a:t>
            </a:r>
            <a:br>
              <a:rPr lang="it-IT" dirty="0"/>
            </a:br>
            <a:r>
              <a:rPr lang="it-IT" dirty="0"/>
              <a:t>Il tempo non è affatto ciò che sembra.</a:t>
            </a:r>
            <a:br>
              <a:rPr lang="it-IT" dirty="0"/>
            </a:br>
            <a:r>
              <a:rPr lang="it-IT" dirty="0"/>
              <a:t>Non scorre in una sola direzione, e il futuro esiste</a:t>
            </a:r>
            <a:br>
              <a:rPr lang="it-IT" dirty="0"/>
            </a:br>
            <a:r>
              <a:rPr lang="it-IT" dirty="0"/>
              <a:t>contemporaneamente al passato.</a:t>
            </a:r>
            <a:br>
              <a:rPr lang="it-IT" dirty="0"/>
            </a:br>
            <a:endParaRPr lang="it-IT" dirty="0"/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0D049E33-D45A-E14B-A374-BEC1DCADB93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74699" y="5353050"/>
            <a:ext cx="2475127" cy="33813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rgbClr val="426EB0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it-IT" dirty="0"/>
              <a:t>Autore citazione</a:t>
            </a:r>
          </a:p>
        </p:txBody>
      </p:sp>
    </p:spTree>
    <p:extLst>
      <p:ext uri="{BB962C8B-B14F-4D97-AF65-F5344CB8AC3E}">
        <p14:creationId xmlns:p14="http://schemas.microsoft.com/office/powerpoint/2010/main" val="387880950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pertina Istituzion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magine 14">
            <a:extLst>
              <a:ext uri="{FF2B5EF4-FFF2-40B4-BE49-F238E27FC236}">
                <a16:creationId xmlns:a16="http://schemas.microsoft.com/office/drawing/2014/main" id="{A59F866D-8662-7B43-9B2A-AE0275B1C7E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" y="0"/>
            <a:ext cx="12191546" cy="6851649"/>
          </a:xfrm>
          <a:prstGeom prst="rect">
            <a:avLst/>
          </a:prstGeom>
        </p:spPr>
      </p:pic>
      <p:sp>
        <p:nvSpPr>
          <p:cNvPr id="5" name="Titolo 1">
            <a:extLst>
              <a:ext uri="{FF2B5EF4-FFF2-40B4-BE49-F238E27FC236}">
                <a16:creationId xmlns:a16="http://schemas.microsoft.com/office/drawing/2014/main" id="{80B721A2-8B07-D445-BB00-FB076E5B49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826" y="2590030"/>
            <a:ext cx="6784921" cy="1003405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>
              <a:defRPr sz="3500" b="1" i="0">
                <a:solidFill>
                  <a:schemeClr val="bg1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it-IT" dirty="0"/>
              <a:t>Titolo della presentazione</a:t>
            </a:r>
            <a:br>
              <a:rPr lang="it-IT" dirty="0"/>
            </a:br>
            <a:r>
              <a:rPr lang="it-IT" dirty="0"/>
              <a:t>fino a 2 righe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32D1AF2-C051-AD42-A56F-2105AA3354A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995144" y="2572782"/>
            <a:ext cx="2533650" cy="10033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1">
                <a:solidFill>
                  <a:srgbClr val="C96643"/>
                </a:solidFill>
              </a:defRPr>
            </a:lvl1pPr>
          </a:lstStyle>
          <a:p>
            <a:r>
              <a:rPr lang="it-IT" dirty="0"/>
              <a:t>Nome del corso di laurea</a:t>
            </a:r>
          </a:p>
        </p:txBody>
      </p:sp>
      <p:sp>
        <p:nvSpPr>
          <p:cNvPr id="8" name="Segnaposto testo 7">
            <a:extLst>
              <a:ext uri="{FF2B5EF4-FFF2-40B4-BE49-F238E27FC236}">
                <a16:creationId xmlns:a16="http://schemas.microsoft.com/office/drawing/2014/main" id="{E08712F4-1B35-FD44-8ADD-F4EB680917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74700" y="3892550"/>
            <a:ext cx="6784975" cy="8286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200">
                <a:solidFill>
                  <a:schemeClr val="bg1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it-IT" dirty="0"/>
              <a:t>Sottotitolo della presentazione</a:t>
            </a:r>
          </a:p>
        </p:txBody>
      </p:sp>
      <p:sp>
        <p:nvSpPr>
          <p:cNvPr id="14" name="Segnaposto testo 13">
            <a:extLst>
              <a:ext uri="{FF2B5EF4-FFF2-40B4-BE49-F238E27FC236}">
                <a16:creationId xmlns:a16="http://schemas.microsoft.com/office/drawing/2014/main" id="{2F448DC8-96A6-7B47-A6FA-3D71F403120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995143" y="4362450"/>
            <a:ext cx="2533281" cy="92344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>
                <a:solidFill>
                  <a:schemeClr val="bg1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it-IT" dirty="0"/>
              <a:t>Prof. Nome cognome</a:t>
            </a:r>
          </a:p>
          <a:p>
            <a:r>
              <a:rPr lang="it-IT" dirty="0"/>
              <a:t>Dott. Nome cognome</a:t>
            </a:r>
          </a:p>
          <a:p>
            <a:r>
              <a:rPr lang="it-IT" dirty="0"/>
              <a:t>Prof.ssa Nome cognome</a:t>
            </a:r>
          </a:p>
          <a:p>
            <a:r>
              <a:rPr lang="it-IT" dirty="0"/>
              <a:t>Dott.ssa Nome cognome</a:t>
            </a:r>
          </a:p>
          <a:p>
            <a:endParaRPr lang="it-IT" dirty="0"/>
          </a:p>
        </p:txBody>
      </p:sp>
      <p:sp>
        <p:nvSpPr>
          <p:cNvPr id="18" name="Segnaposto testo 17">
            <a:extLst>
              <a:ext uri="{FF2B5EF4-FFF2-40B4-BE49-F238E27FC236}">
                <a16:creationId xmlns:a16="http://schemas.microsoft.com/office/drawing/2014/main" id="{B7DBD125-2674-B645-8018-E17886FB5F6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994775" y="4070350"/>
            <a:ext cx="2533650" cy="2365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>
                <a:solidFill>
                  <a:srgbClr val="426EB0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it-IT" dirty="0"/>
              <a:t>RELATORI</a:t>
            </a:r>
          </a:p>
        </p:txBody>
      </p:sp>
      <p:sp>
        <p:nvSpPr>
          <p:cNvPr id="19" name="Segnaposto testo 17">
            <a:extLst>
              <a:ext uri="{FF2B5EF4-FFF2-40B4-BE49-F238E27FC236}">
                <a16:creationId xmlns:a16="http://schemas.microsoft.com/office/drawing/2014/main" id="{BFA5996C-AC6C-A54C-97AD-D9512F2B2D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994775" y="5342731"/>
            <a:ext cx="2533650" cy="2365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>
                <a:solidFill>
                  <a:srgbClr val="426EB0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it-IT" dirty="0"/>
              <a:t>SEDE</a:t>
            </a:r>
          </a:p>
        </p:txBody>
      </p:sp>
      <p:sp>
        <p:nvSpPr>
          <p:cNvPr id="21" name="Segnaposto testo 13">
            <a:extLst>
              <a:ext uri="{FF2B5EF4-FFF2-40B4-BE49-F238E27FC236}">
                <a16:creationId xmlns:a16="http://schemas.microsoft.com/office/drawing/2014/main" id="{58828116-FED3-5A4F-A24A-9C5C098A2FF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994775" y="5636101"/>
            <a:ext cx="2533281" cy="5127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>
                <a:solidFill>
                  <a:schemeClr val="bg1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it-IT" dirty="0"/>
              <a:t>Inserire sede</a:t>
            </a:r>
          </a:p>
          <a:p>
            <a:endParaRPr lang="it-IT" dirty="0"/>
          </a:p>
        </p:txBody>
      </p:sp>
      <p:sp>
        <p:nvSpPr>
          <p:cNvPr id="22" name="Segnaposto testo 17">
            <a:extLst>
              <a:ext uri="{FF2B5EF4-FFF2-40B4-BE49-F238E27FC236}">
                <a16:creationId xmlns:a16="http://schemas.microsoft.com/office/drawing/2014/main" id="{2D502B89-82EB-5348-81D3-3CDB085299F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994406" y="6277615"/>
            <a:ext cx="503865" cy="29248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>
                <a:solidFill>
                  <a:srgbClr val="426EB0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it-IT" dirty="0"/>
              <a:t>DATA</a:t>
            </a:r>
          </a:p>
        </p:txBody>
      </p:sp>
      <p:sp>
        <p:nvSpPr>
          <p:cNvPr id="23" name="Segnaposto testo 13">
            <a:extLst>
              <a:ext uri="{FF2B5EF4-FFF2-40B4-BE49-F238E27FC236}">
                <a16:creationId xmlns:a16="http://schemas.microsoft.com/office/drawing/2014/main" id="{67B38C4A-E439-BB47-BC1E-B6118EBCF0C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498271" y="6223006"/>
            <a:ext cx="2029785" cy="34709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chemeClr val="bg1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r>
              <a:rPr lang="it-IT" dirty="0"/>
              <a:t>16 gennaio 2021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3940354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egnaposto numero diapositiva 5">
            <a:extLst>
              <a:ext uri="{FF2B5EF4-FFF2-40B4-BE49-F238E27FC236}">
                <a16:creationId xmlns:a16="http://schemas.microsoft.com/office/drawing/2014/main" id="{AB53C4FE-52FE-3449-8EAF-469CF991A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64918" y="6292979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000" b="0" i="0">
                <a:solidFill>
                  <a:srgbClr val="426EB0"/>
                </a:solidFill>
                <a:latin typeface="Rubik" pitchFamily="2" charset="-79"/>
                <a:cs typeface="Rubik" pitchFamily="2" charset="-79"/>
              </a:defRPr>
            </a:lvl1pPr>
          </a:lstStyle>
          <a:p>
            <a:fld id="{017CC9F7-E331-4A4D-8258-210102ABDB4E}" type="slidenum">
              <a:rPr lang="it-IT" smtClean="0"/>
              <a:pPr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2960894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emf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magine 9">
            <a:extLst>
              <a:ext uri="{FF2B5EF4-FFF2-40B4-BE49-F238E27FC236}">
                <a16:creationId xmlns:a16="http://schemas.microsoft.com/office/drawing/2014/main" id="{46568B60-325E-CE4E-AA6F-C1701A1DBD28}"/>
              </a:ext>
            </a:extLst>
          </p:cNvPr>
          <p:cNvPicPr>
            <a:picLocks noChangeAspect="1"/>
          </p:cNvPicPr>
          <p:nvPr userDrawn="1"/>
        </p:nvPicPr>
        <p:blipFill>
          <a:blip r:embed="rId1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127000"/>
          </a:xfrm>
          <a:prstGeom prst="rect">
            <a:avLst/>
          </a:prstGeom>
        </p:spPr>
      </p:pic>
      <p:pic>
        <p:nvPicPr>
          <p:cNvPr id="16" name="Immagine 15">
            <a:extLst>
              <a:ext uri="{FF2B5EF4-FFF2-40B4-BE49-F238E27FC236}">
                <a16:creationId xmlns:a16="http://schemas.microsoft.com/office/drawing/2014/main" id="{407C50C3-610F-EC4E-A6B4-589C5D9B0DF3}"/>
              </a:ext>
            </a:extLst>
          </p:cNvPr>
          <p:cNvPicPr>
            <a:picLocks noChangeAspect="1"/>
          </p:cNvPicPr>
          <p:nvPr userDrawn="1"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96000"/>
            <a:ext cx="12192000" cy="7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34034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0" r:id="rId2"/>
    <p:sldLayoutId id="2147483651" r:id="rId3"/>
    <p:sldLayoutId id="2147483655" r:id="rId4"/>
    <p:sldLayoutId id="2147483660" r:id="rId5"/>
    <p:sldLayoutId id="2147483654" r:id="rId6"/>
    <p:sldLayoutId id="2147483659" r:id="rId7"/>
    <p:sldLayoutId id="2147483661" r:id="rId8"/>
    <p:sldLayoutId id="2147483662" r:id="rId9"/>
    <p:sldLayoutId id="2147483653" r:id="rId10"/>
    <p:sldLayoutId id="2147483666" r:id="rId11"/>
    <p:sldLayoutId id="2147483663" r:id="rId12"/>
    <p:sldLayoutId id="2147483664" r:id="rId13"/>
    <p:sldLayoutId id="2147483656" r:id="rId14"/>
    <p:sldLayoutId id="2147483657" r:id="rId15"/>
    <p:sldLayoutId id="2147483665" r:id="rId16"/>
    <p:sldLayoutId id="214748364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atlab-deep-learning/MATLAB-Deep-Learning-Model-Hub" TargetMode="External"/><Relationship Id="rId2" Type="http://schemas.openxmlformats.org/officeDocument/2006/relationships/hyperlink" Target="https://it.mathworks.com/solutions/deep-learning/models.html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3B0EE40-F97B-4D9D-BA19-FCAA420A1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4826" y="2590030"/>
            <a:ext cx="6912163" cy="1665145"/>
          </a:xfrm>
        </p:spPr>
        <p:txBody>
          <a:bodyPr/>
          <a:lstStyle/>
          <a:p>
            <a:r>
              <a:rPr lang="it-IT" noProof="0" dirty="0"/>
              <a:t>Tesi Lidar </a:t>
            </a:r>
            <a:r>
              <a:rPr lang="it-IT" dirty="0"/>
              <a:t>R</a:t>
            </a:r>
            <a:r>
              <a:rPr lang="it-IT" noProof="0" dirty="0" err="1"/>
              <a:t>obosense</a:t>
            </a:r>
            <a:r>
              <a:rPr lang="it-IT" noProof="0" dirty="0"/>
              <a:t> RS128</a:t>
            </a:r>
            <a:br>
              <a:rPr lang="it-IT" noProof="0" dirty="0"/>
            </a:br>
            <a:br>
              <a:rPr lang="it-IT" noProof="0" dirty="0"/>
            </a:br>
            <a:r>
              <a:rPr lang="it-IT" sz="1800" noProof="0" dirty="0"/>
              <a:t>Workflow</a:t>
            </a:r>
            <a:br>
              <a:rPr lang="it-IT" sz="1800" noProof="0" dirty="0"/>
            </a:br>
            <a:endParaRPr lang="it-IT" noProof="0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0B9B331-CD06-427E-ACCD-70A8C2AC6DD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995143" y="2572782"/>
            <a:ext cx="3032733" cy="1003300"/>
          </a:xfrm>
        </p:spPr>
        <p:txBody>
          <a:bodyPr>
            <a:normAutofit/>
          </a:bodyPr>
          <a:lstStyle/>
          <a:p>
            <a:r>
              <a:rPr lang="it-IT" sz="2400" noProof="0" dirty="0"/>
              <a:t>Workflow lineup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E106F5DC-04DF-2516-5D1A-F65FBA84C20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995143" y="3467395"/>
            <a:ext cx="3032733" cy="438705"/>
          </a:xfrm>
        </p:spPr>
        <p:txBody>
          <a:bodyPr/>
          <a:lstStyle/>
          <a:p>
            <a:r>
              <a:rPr lang="it-IT" sz="1600" noProof="0" dirty="0"/>
              <a:t>Cristian Sacco</a:t>
            </a:r>
          </a:p>
        </p:txBody>
      </p:sp>
      <p:sp>
        <p:nvSpPr>
          <p:cNvPr id="6" name="Segnaposto testo 5">
            <a:extLst>
              <a:ext uri="{FF2B5EF4-FFF2-40B4-BE49-F238E27FC236}">
                <a16:creationId xmlns:a16="http://schemas.microsoft.com/office/drawing/2014/main" id="{C624EDF2-D575-5168-95DA-4B799B7034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994775" y="3282407"/>
            <a:ext cx="2533650" cy="236538"/>
          </a:xfrm>
        </p:spPr>
        <p:txBody>
          <a:bodyPr/>
          <a:lstStyle/>
          <a:p>
            <a:r>
              <a:rPr lang="it-IT" sz="1000" noProof="0" dirty="0"/>
              <a:t>SPEAKER</a:t>
            </a:r>
          </a:p>
        </p:txBody>
      </p:sp>
      <p:sp>
        <p:nvSpPr>
          <p:cNvPr id="7" name="Segnaposto testo 6">
            <a:extLst>
              <a:ext uri="{FF2B5EF4-FFF2-40B4-BE49-F238E27FC236}">
                <a16:creationId xmlns:a16="http://schemas.microsoft.com/office/drawing/2014/main" id="{9DB8C408-F94C-7A8F-9F42-62FFDFF6E7E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994037" y="5101832"/>
            <a:ext cx="2533650" cy="236538"/>
          </a:xfrm>
        </p:spPr>
        <p:txBody>
          <a:bodyPr/>
          <a:lstStyle/>
          <a:p>
            <a:r>
              <a:rPr lang="it-IT" sz="1000" noProof="0" dirty="0"/>
              <a:t>PLACE</a:t>
            </a:r>
          </a:p>
        </p:txBody>
      </p:sp>
      <p:sp>
        <p:nvSpPr>
          <p:cNvPr id="8" name="Segnaposto testo 7">
            <a:extLst>
              <a:ext uri="{FF2B5EF4-FFF2-40B4-BE49-F238E27FC236}">
                <a16:creationId xmlns:a16="http://schemas.microsoft.com/office/drawing/2014/main" id="{6E560621-213F-A993-56DF-BEA5D58AE1B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993668" y="5284154"/>
            <a:ext cx="3117268" cy="512763"/>
          </a:xfrm>
        </p:spPr>
        <p:txBody>
          <a:bodyPr/>
          <a:lstStyle/>
          <a:p>
            <a:r>
              <a:rPr lang="it-IT" sz="1600" noProof="0" dirty="0"/>
              <a:t>University of Bergamo</a:t>
            </a:r>
          </a:p>
        </p:txBody>
      </p:sp>
      <p:sp>
        <p:nvSpPr>
          <p:cNvPr id="11" name="Segnaposto testo 4">
            <a:extLst>
              <a:ext uri="{FF2B5EF4-FFF2-40B4-BE49-F238E27FC236}">
                <a16:creationId xmlns:a16="http://schemas.microsoft.com/office/drawing/2014/main" id="{B2706D6E-06DB-0E38-B11D-E885AD48B76C}"/>
              </a:ext>
            </a:extLst>
          </p:cNvPr>
          <p:cNvSpPr txBox="1">
            <a:spLocks/>
          </p:cNvSpPr>
          <p:nvPr/>
        </p:nvSpPr>
        <p:spPr>
          <a:xfrm>
            <a:off x="8995143" y="4440163"/>
            <a:ext cx="3032733" cy="438705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Rubik" pitchFamily="2" charset="-79"/>
                <a:ea typeface="+mn-ea"/>
                <a:cs typeface="Rubik" pitchFamily="2" charset="-79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600" noProof="0" dirty="0"/>
              <a:t>March 2025</a:t>
            </a:r>
          </a:p>
        </p:txBody>
      </p:sp>
      <p:sp>
        <p:nvSpPr>
          <p:cNvPr id="12" name="Segnaposto testo 5">
            <a:extLst>
              <a:ext uri="{FF2B5EF4-FFF2-40B4-BE49-F238E27FC236}">
                <a16:creationId xmlns:a16="http://schemas.microsoft.com/office/drawing/2014/main" id="{F9F2DE61-FE1D-9C1F-7EDD-270A61AC6BE7}"/>
              </a:ext>
            </a:extLst>
          </p:cNvPr>
          <p:cNvSpPr txBox="1">
            <a:spLocks/>
          </p:cNvSpPr>
          <p:nvPr/>
        </p:nvSpPr>
        <p:spPr>
          <a:xfrm>
            <a:off x="8994775" y="4255175"/>
            <a:ext cx="2533650" cy="23653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kern="1200">
                <a:solidFill>
                  <a:srgbClr val="426EB0"/>
                </a:solidFill>
                <a:latin typeface="Rubik" pitchFamily="2" charset="-79"/>
                <a:ea typeface="+mn-ea"/>
                <a:cs typeface="Rubik" pitchFamily="2" charset="-79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000" noProof="0" dirty="0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42240608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7B2CC99-81DF-A489-90B6-D71DA06614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678" y="763499"/>
            <a:ext cx="10650644" cy="996715"/>
          </a:xfrm>
        </p:spPr>
        <p:txBody>
          <a:bodyPr>
            <a:normAutofit/>
          </a:bodyPr>
          <a:lstStyle/>
          <a:p>
            <a:r>
              <a:rPr lang="it-IT" noProof="0" dirty="0"/>
              <a:t>Outline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1F70DBB9-633E-47F9-BBC9-9B94F736C18F}"/>
              </a:ext>
            </a:extLst>
          </p:cNvPr>
          <p:cNvSpPr txBox="1"/>
          <p:nvPr/>
        </p:nvSpPr>
        <p:spPr>
          <a:xfrm>
            <a:off x="886691" y="1856509"/>
            <a:ext cx="10132291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it-IT" sz="2000" b="1" noProof="0" dirty="0"/>
              <a:t>Introduzione</a:t>
            </a:r>
          </a:p>
          <a:p>
            <a:pPr marL="457200" indent="-457200">
              <a:buFont typeface="+mj-lt"/>
              <a:buAutoNum type="arabicPeriod"/>
            </a:pPr>
            <a:r>
              <a:rPr lang="it-IT" sz="2000" b="1" noProof="0" dirty="0"/>
              <a:t>Calcolo distanza montaggio sensore</a:t>
            </a:r>
          </a:p>
          <a:p>
            <a:pPr marL="457200" indent="-457200">
              <a:buFont typeface="+mj-lt"/>
              <a:buAutoNum type="arabicPeriod"/>
            </a:pPr>
            <a:r>
              <a:rPr lang="it-IT" sz="2000" b="1" noProof="0" dirty="0"/>
              <a:t>Cattura &amp; import </a:t>
            </a:r>
            <a:r>
              <a:rPr lang="it-IT" sz="2000" b="1" dirty="0"/>
              <a:t>dati</a:t>
            </a:r>
          </a:p>
          <a:p>
            <a:pPr marL="457200" indent="-457200">
              <a:buFont typeface="+mj-lt"/>
              <a:buAutoNum type="arabicPeriod"/>
            </a:pPr>
            <a:r>
              <a:rPr lang="it-IT" sz="2000" b="1" noProof="0" dirty="0"/>
              <a:t>Analisi files .</a:t>
            </a:r>
            <a:r>
              <a:rPr lang="it-IT" sz="2000" b="1" noProof="0" dirty="0" err="1"/>
              <a:t>pcd</a:t>
            </a:r>
            <a:endParaRPr lang="it-IT" sz="2000" b="1" noProof="0" dirty="0"/>
          </a:p>
          <a:p>
            <a:pPr marL="457200" indent="-457200">
              <a:buFont typeface="+mj-lt"/>
              <a:buAutoNum type="arabicPeriod"/>
            </a:pPr>
            <a:r>
              <a:rPr lang="it-IT" sz="2000" b="1" noProof="0" dirty="0"/>
              <a:t>Computer vision models in Matlab: state of the art</a:t>
            </a:r>
          </a:p>
          <a:p>
            <a:pPr marL="342900" indent="-342900">
              <a:buAutoNum type="arabicParenR"/>
            </a:pPr>
            <a:endParaRPr lang="it-IT" noProof="0" dirty="0"/>
          </a:p>
          <a:p>
            <a:pPr marL="342900" indent="-342900">
              <a:buAutoNum type="arabicParenR"/>
            </a:pPr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23038283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7B2CC99-81DF-A489-90B6-D71DA06614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678" y="2629244"/>
            <a:ext cx="10650644" cy="996715"/>
          </a:xfrm>
        </p:spPr>
        <p:txBody>
          <a:bodyPr/>
          <a:lstStyle/>
          <a:p>
            <a:r>
              <a:rPr lang="it-IT" noProof="0" dirty="0"/>
              <a:t>1. Introduzione</a:t>
            </a:r>
          </a:p>
        </p:txBody>
      </p:sp>
    </p:spTree>
    <p:extLst>
      <p:ext uri="{BB962C8B-B14F-4D97-AF65-F5344CB8AC3E}">
        <p14:creationId xmlns:p14="http://schemas.microsoft.com/office/powerpoint/2010/main" val="18281069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D6FD0B1-E867-41F5-C2A2-8D14B277FE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1. Introduzione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DC14AA6-77AF-2EE2-6620-1BBD7EF7EC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0677" y="1754909"/>
            <a:ext cx="10650645" cy="4034476"/>
          </a:xfrm>
        </p:spPr>
        <p:txBody>
          <a:bodyPr/>
          <a:lstStyle/>
          <a:p>
            <a:r>
              <a:rPr lang="it-IT" b="1" noProof="0" dirty="0"/>
              <a:t>Robosense RS128</a:t>
            </a:r>
          </a:p>
          <a:p>
            <a:pPr marL="285750" indent="-285750">
              <a:buFontTx/>
              <a:buChar char="-"/>
            </a:pPr>
            <a:r>
              <a:rPr lang="it-IT" sz="1800" b="1" dirty="0"/>
              <a:t>Scheda tecnica</a:t>
            </a:r>
          </a:p>
          <a:p>
            <a:pPr marL="285750" indent="-285750">
              <a:buFontTx/>
              <a:buChar char="-"/>
            </a:pPr>
            <a:r>
              <a:rPr lang="it-IT" b="1" dirty="0"/>
              <a:t>Configurazione</a:t>
            </a:r>
            <a:endParaRPr lang="it-IT" sz="1800" b="1" dirty="0"/>
          </a:p>
          <a:p>
            <a:pPr marL="285750" indent="-285750">
              <a:buFontTx/>
              <a:buChar char="-"/>
            </a:pPr>
            <a:endParaRPr lang="it-IT" sz="1800" noProof="0" dirty="0"/>
          </a:p>
          <a:p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33929133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5A0E8-5611-76C2-91F8-AB691E89D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11FABB5-22D0-4B44-ED3E-27717E2619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678" y="2629244"/>
            <a:ext cx="10650644" cy="996715"/>
          </a:xfrm>
        </p:spPr>
        <p:txBody>
          <a:bodyPr/>
          <a:lstStyle/>
          <a:p>
            <a:r>
              <a:rPr lang="it-IT" dirty="0"/>
              <a:t>2</a:t>
            </a:r>
            <a:r>
              <a:rPr lang="it-IT" noProof="0" dirty="0"/>
              <a:t>. Calcolo distanza montaggio sensore</a:t>
            </a:r>
          </a:p>
        </p:txBody>
      </p:sp>
    </p:spTree>
    <p:extLst>
      <p:ext uri="{BB962C8B-B14F-4D97-AF65-F5344CB8AC3E}">
        <p14:creationId xmlns:p14="http://schemas.microsoft.com/office/powerpoint/2010/main" val="27316513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3A144-FC3B-DDA4-52F7-9AD9E75F7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44725D9-AFEF-64CA-2F41-830C0C9B4C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2. Calcolo distanza montaggio sensore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071420F-6DD3-F34C-1622-AA165E1557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0678" y="1566250"/>
            <a:ext cx="10463380" cy="4223135"/>
          </a:xfrm>
        </p:spPr>
        <p:txBody>
          <a:bodyPr/>
          <a:lstStyle/>
          <a:p>
            <a:r>
              <a:rPr lang="it-IT" noProof="0" dirty="0"/>
              <a:t>Il sensore ha una densità di raggi emessi verticalmente maggiore tra 3.8° (</a:t>
            </a:r>
            <a:r>
              <a:rPr lang="el-GR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θ</a:t>
            </a:r>
            <a:r>
              <a:rPr lang="en-GB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1)</a:t>
            </a:r>
            <a:r>
              <a:rPr lang="it-IT" noProof="0" dirty="0"/>
              <a:t> e -6.5° (</a:t>
            </a:r>
            <a:r>
              <a:rPr lang="el-GR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θ</a:t>
            </a:r>
            <a:r>
              <a:rPr lang="en-GB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2)</a:t>
            </a:r>
            <a:r>
              <a:rPr lang="it-IT" noProof="0" dirty="0"/>
              <a:t>.</a:t>
            </a:r>
          </a:p>
          <a:p>
            <a:r>
              <a:rPr lang="it-IT" noProof="0" dirty="0"/>
              <a:t>Per rilevare l’altezza di un salto (~ 2 - 2.5 m), sarà necessario valutare l’altezza e la distanza a cui il sensore verrà montato;</a:t>
            </a:r>
          </a:p>
          <a:p>
            <a:r>
              <a:rPr lang="it-IT" dirty="0"/>
              <a:t>N.B.: il sensore ha una apertura molto più ampia sull’emissione dei raggi, ma per fruttare al meglio le caratteristiche sulla densità di raggi ho utilizzato tali dati.</a:t>
            </a:r>
            <a:endParaRPr lang="it-IT" noProof="0" dirty="0"/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575003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C9054-92C7-A3FE-7A14-1C439D175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D942561-9B3F-8C75-B425-A0060ACEC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2. Calcolo distanza montaggio sensore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1D30EFE-1879-C7DA-F2A5-98FB8A02D5B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918087" y="2477984"/>
            <a:ext cx="4168501" cy="2400508"/>
          </a:xfrm>
        </p:spPr>
      </p:pic>
    </p:spTree>
    <p:extLst>
      <p:ext uri="{BB962C8B-B14F-4D97-AF65-F5344CB8AC3E}">
        <p14:creationId xmlns:p14="http://schemas.microsoft.com/office/powerpoint/2010/main" val="7794667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615C78-3814-2856-0789-215EF6040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04C906A-10A5-6F76-1D34-E6D9C6103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2. Calcolo distanza montaggio sensore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D750AD82-032E-B622-96F3-7C44203E239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0677" y="1566250"/>
                <a:ext cx="10650645" cy="4223135"/>
              </a:xfrm>
            </p:spPr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noProof="0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GB" b="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noProof="0" smtClean="0">
                          <a:latin typeface="Cambria Math" panose="02040503050406030204" pitchFamily="18" charset="0"/>
                        </a:rPr>
                        <m:t>=3.8°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b="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noProof="0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GB" b="0" i="1" noProof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noProof="0" smtClean="0">
                          <a:latin typeface="Cambria Math" panose="02040503050406030204" pitchFamily="18" charset="0"/>
                        </a:rPr>
                        <m:t>=6.5°</m:t>
                      </m:r>
                    </m:oMath>
                    <m:oMath xmlns:m="http://schemas.openxmlformats.org/officeDocument/2006/math">
                      <m:r>
                        <a:rPr lang="en-GB" b="0" i="1" noProof="0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GB" b="0" i="1" noProof="0" smtClean="0">
                          <a:latin typeface="Cambria Math" panose="02040503050406030204" pitchFamily="18" charset="0"/>
                        </a:rPr>
                        <m:t>=2.5 </m:t>
                      </m:r>
                      <m:r>
                        <a:rPr lang="en-GB" b="0" i="1" noProof="0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GB" b="0" i="1" noProof="0" dirty="0">
                  <a:latin typeface="Cambria Math" panose="02040503050406030204" pitchFamily="18" charset="0"/>
                </a:endParaRPr>
              </a:p>
              <a:p>
                <a:endParaRPr lang="en-GB" b="0" i="1" noProof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noProof="0" smtClean="0">
                          <a:latin typeface="Cambria Math" panose="02040503050406030204" pitchFamily="18" charset="0"/>
                        </a:rPr>
                        <m:t>?=</m:t>
                      </m:r>
                      <m:r>
                        <a:rPr lang="en-GB" b="0" i="1" noProof="0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GB" b="0" i="1" noProof="0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GB" b="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b="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noProof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b="0" i="1" noProof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d>
                        <m:dPr>
                          <m:begChr m:val="{"/>
                          <m:endChr m:val=""/>
                          <m:ctrlPr>
                            <a:rPr lang="en-GB" b="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GB" b="0" i="1" noProof="0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GB" b="0" i="1" noProof="0" smtClean="0">
                                      <a:highlight>
                                        <a:srgbClr val="FFFF00"/>
                                      </a:highlight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b="0" i="1" noProof="0" smtClean="0">
                                      <a:highlight>
                                        <a:srgbClr val="FFFF00"/>
                                      </a:highlight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GB" b="0" i="1" noProof="0" smtClean="0">
                                      <a:highlight>
                                        <a:srgbClr val="FFFF00"/>
                                      </a:highlight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GB" b="0" i="1" noProof="0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GB" b="0" i="1" noProof="0" smtClean="0">
                                  <a:highlight>
                                    <a:srgbClr val="FFFF00"/>
                                  </a:highlight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en-GB" b="0" i="1" noProof="0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r>
                                <m:rPr>
                                  <m:sty m:val="p"/>
                                </m:rPr>
                                <a:rPr lang="en-GB" b="0" i="0" noProof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  <m:r>
                                <a:rPr lang="en-GB" b="0" i="1" noProof="0" smtClean="0">
                                  <a:latin typeface="Cambria Math" panose="02040503050406030204" pitchFamily="18" charset="0"/>
                                </a:rPr>
                                <m:t>⁡(</m:t>
                              </m:r>
                              <m:sSub>
                                <m:sSubPr>
                                  <m:ctrlPr>
                                    <a:rPr lang="en-GB" b="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b="0" i="1" noProof="0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GB" b="0" i="1" noProof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GB" b="0" i="1" noProof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GB" b="0" i="1" noProof="0" smtClean="0">
                                      <a:highlight>
                                        <a:srgbClr val="FFFF00"/>
                                      </a:highlight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b="0" i="1" noProof="0" smtClean="0">
                                      <a:highlight>
                                        <a:srgbClr val="FFFF00"/>
                                      </a:highlight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GB" b="0" i="1" noProof="0" smtClean="0">
                                      <a:highlight>
                                        <a:srgbClr val="FFFF00"/>
                                      </a:highlight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GB" b="0" i="1" noProof="0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GB" b="0" i="1" noProof="0" smtClean="0">
                                  <a:highlight>
                                    <a:srgbClr val="FFFF00"/>
                                  </a:highlight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en-GB" b="0" i="1" noProof="0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r>
                                <m:rPr>
                                  <m:sty m:val="p"/>
                                </m:rPr>
                                <a:rPr lang="en-GB" b="0" i="0" noProof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  <m:r>
                                <a:rPr lang="en-GB" b="0" i="1" noProof="0" smtClean="0">
                                  <a:latin typeface="Cambria Math" panose="02040503050406030204" pitchFamily="18" charset="0"/>
                                </a:rPr>
                                <m:t>⁡(</m:t>
                              </m:r>
                              <m:sSub>
                                <m:sSubPr>
                                  <m:ctrlPr>
                                    <a:rPr lang="en-GB" b="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b="0" i="1" noProof="0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GB" b="0" i="1" noProof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GB" b="0" i="1" noProof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en-GB" b="0" i="1" noProof="0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GB" b="0" i="1" noProof="0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GB" b="0" i="1" noProof="0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en-GB" b="0" i="1" noProof="0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r>
                                <m:rPr>
                                  <m:sty m:val="p"/>
                                </m:rPr>
                                <a:rPr lang="en-GB" b="0" i="0" noProof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r>
                                <a:rPr lang="en-GB" b="0" i="1" noProof="0" smtClean="0">
                                  <a:latin typeface="Cambria Math" panose="02040503050406030204" pitchFamily="18" charset="0"/>
                                </a:rPr>
                                <m:t>⁡(</m:t>
                              </m:r>
                              <m:sSub>
                                <m:sSubPr>
                                  <m:ctrlPr>
                                    <a:rPr lang="en-GB" b="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b="0" i="1" noProof="0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GB" b="0" i="1" noProof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GB" b="0" i="1" noProof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</m:e>
                      </m:d>
                      <m:r>
                        <a:rPr lang="en-GB" b="0" i="1" noProof="0" smtClean="0">
                          <a:latin typeface="Cambria Math" panose="02040503050406030204" pitchFamily="18" charset="0"/>
                        </a:rPr>
                        <m:t>…</m:t>
                      </m:r>
                      <m:d>
                        <m:dPr>
                          <m:begChr m:val="{"/>
                          <m:endChr m:val=""/>
                          <m:ctrlPr>
                            <a:rPr lang="en-GB" b="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GB" b="0" i="1" noProof="0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b="0" i="1" noProof="0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en-GB" b="0" i="1" noProof="0" smtClean="0">
                                  <a:latin typeface="Cambria Math" panose="02040503050406030204" pitchFamily="18" charset="0"/>
                                </a:rPr>
                                <m:t>=14.35 </m:t>
                              </m:r>
                              <m:r>
                                <a:rPr lang="en-GB" b="0" i="1" noProof="0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GB" b="0" i="1" noProof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GB" b="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b="0" i="1" noProof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GB" b="0" i="1" noProof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GB" b="0" i="1" noProof="0" smtClean="0">
                                  <a:latin typeface="Cambria Math" panose="02040503050406030204" pitchFamily="18" charset="0"/>
                                </a:rPr>
                                <m:t>=0.88 </m:t>
                              </m:r>
                              <m:r>
                                <a:rPr lang="en-GB" b="0" i="1" noProof="0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GB" b="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b="0" i="1" noProof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GB" b="0" i="1" noProof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GB" b="0" i="1" noProof="0" smtClean="0">
                                  <a:latin typeface="Cambria Math" panose="02040503050406030204" pitchFamily="18" charset="0"/>
                                </a:rPr>
                                <m:t>=1.62 </m:t>
                              </m:r>
                              <m:r>
                                <a:rPr lang="en-GB" b="0" i="1" noProof="0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e>
                              <m:r>
                                <a:rPr lang="en-GB" b="0" i="1" noProof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GB" b="0" i="1" noProof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=13.9 </m:t>
                              </m:r>
                              <m:r>
                                <a:rPr lang="en-GB" b="0" i="1" noProof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GB" b="0" i="1" noProof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it-IT" noProof="0" dirty="0"/>
              </a:p>
              <a:p>
                <a:endParaRPr lang="it-IT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D750AD82-032E-B622-96F3-7C44203E23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0677" y="1566250"/>
                <a:ext cx="10650645" cy="4223135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857830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E50A4-2EC3-8722-731F-E1CEA5ACF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99BDC08-F850-88EB-95A9-41E701B07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2. Calcolo distanza montaggio sensore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77F3B10-D2B9-437A-C03A-7334B1435E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06923" y="2390346"/>
            <a:ext cx="4778154" cy="2575783"/>
          </a:xfrm>
        </p:spPr>
      </p:pic>
    </p:spTree>
    <p:extLst>
      <p:ext uri="{BB962C8B-B14F-4D97-AF65-F5344CB8AC3E}">
        <p14:creationId xmlns:p14="http://schemas.microsoft.com/office/powerpoint/2010/main" val="374960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50A4F-5442-4B66-A827-14415D7F1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74CA484-E724-826C-46DA-E486FBFF72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678" y="2629244"/>
            <a:ext cx="10650644" cy="996715"/>
          </a:xfrm>
        </p:spPr>
        <p:txBody>
          <a:bodyPr/>
          <a:lstStyle/>
          <a:p>
            <a:r>
              <a:rPr lang="it-IT" dirty="0"/>
              <a:t>3. Cattura &amp; import dati</a:t>
            </a:r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39028876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0D5C69-1B86-3C77-88CF-9369F7AFF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3. </a:t>
            </a:r>
            <a:r>
              <a:rPr lang="en-GB" dirty="0" err="1"/>
              <a:t>Cattura</a:t>
            </a:r>
            <a:r>
              <a:rPr lang="en-GB" dirty="0"/>
              <a:t> &amp; import </a:t>
            </a:r>
            <a:r>
              <a:rPr lang="en-GB" dirty="0" err="1"/>
              <a:t>dati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8D8565-6EA3-7BB6-67ED-1746EFEFE5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Prima </a:t>
            </a:r>
            <a:r>
              <a:rPr lang="en-GB" b="1" dirty="0" err="1"/>
              <a:t>fase</a:t>
            </a:r>
            <a:r>
              <a:rPr lang="en-GB" dirty="0"/>
              <a:t>: </a:t>
            </a:r>
            <a:r>
              <a:rPr lang="en-GB" dirty="0" err="1"/>
              <a:t>esportazione</a:t>
            </a:r>
            <a:r>
              <a:rPr lang="en-GB" dirty="0"/>
              <a:t> file .</a:t>
            </a:r>
            <a:r>
              <a:rPr lang="en-GB" dirty="0" err="1"/>
              <a:t>pcap</a:t>
            </a:r>
            <a:r>
              <a:rPr lang="en-GB" dirty="0"/>
              <a:t> (</a:t>
            </a:r>
            <a:r>
              <a:rPr lang="en-GB" i="1" dirty="0"/>
              <a:t>Wireshark</a:t>
            </a:r>
            <a:r>
              <a:rPr lang="en-GB" dirty="0"/>
              <a:t>)</a:t>
            </a:r>
          </a:p>
          <a:p>
            <a:r>
              <a:rPr lang="en-GB" b="1" dirty="0" err="1"/>
              <a:t>Seconda</a:t>
            </a:r>
            <a:r>
              <a:rPr lang="en-GB" b="1" dirty="0"/>
              <a:t> </a:t>
            </a:r>
            <a:r>
              <a:rPr lang="en-GB" b="1" dirty="0" err="1"/>
              <a:t>fase</a:t>
            </a:r>
            <a:r>
              <a:rPr lang="en-GB" b="1" dirty="0"/>
              <a:t>: </a:t>
            </a:r>
            <a:r>
              <a:rPr lang="en-GB" dirty="0"/>
              <a:t>conversion file .</a:t>
            </a:r>
            <a:r>
              <a:rPr lang="en-GB" dirty="0" err="1"/>
              <a:t>pcap</a:t>
            </a:r>
            <a:r>
              <a:rPr lang="en-GB" dirty="0"/>
              <a:t> in .</a:t>
            </a:r>
            <a:r>
              <a:rPr lang="en-GB" dirty="0" err="1"/>
              <a:t>pcd</a:t>
            </a:r>
            <a:r>
              <a:rPr lang="en-GB" dirty="0"/>
              <a:t> (</a:t>
            </a:r>
            <a:r>
              <a:rPr lang="en-GB" i="1" dirty="0" err="1"/>
              <a:t>RSViewer</a:t>
            </a:r>
            <a:r>
              <a:rPr lang="en-GB" dirty="0"/>
              <a:t>)</a:t>
            </a:r>
          </a:p>
          <a:p>
            <a:r>
              <a:rPr lang="en-GB" b="1" dirty="0"/>
              <a:t>Terza </a:t>
            </a:r>
            <a:r>
              <a:rPr lang="en-GB" b="1" dirty="0" err="1"/>
              <a:t>fase</a:t>
            </a:r>
            <a:r>
              <a:rPr lang="en-GB" b="1" dirty="0"/>
              <a:t>:</a:t>
            </a:r>
            <a:r>
              <a:rPr lang="en-GB" dirty="0"/>
              <a:t> import files .</a:t>
            </a:r>
            <a:r>
              <a:rPr lang="en-GB" dirty="0" err="1"/>
              <a:t>pcd</a:t>
            </a:r>
            <a:r>
              <a:rPr lang="en-GB" dirty="0"/>
              <a:t> in </a:t>
            </a:r>
            <a:r>
              <a:rPr lang="en-GB" i="1" dirty="0" err="1"/>
              <a:t>Matlab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836570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248EDA-5512-D3CB-107F-1AAC99D9D5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4. Analisi files .</a:t>
            </a:r>
            <a:r>
              <a:rPr lang="it-IT" dirty="0" err="1"/>
              <a:t>pcd</a:t>
            </a:r>
            <a:r>
              <a:rPr lang="it-IT" dirty="0"/>
              <a:t> (Matlab)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B84034-4FDA-A4F1-254C-705C2CAB18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Il singolo file </a:t>
            </a:r>
            <a:r>
              <a:rPr lang="it-IT" dirty="0" err="1"/>
              <a:t>pcd</a:t>
            </a:r>
            <a:r>
              <a:rPr lang="it-IT" dirty="0"/>
              <a:t> può subire operazioni di:</a:t>
            </a:r>
          </a:p>
          <a:p>
            <a:pPr marL="285750" indent="-285750">
              <a:buFontTx/>
              <a:buChar char="-"/>
            </a:pPr>
            <a:r>
              <a:rPr lang="it-IT" dirty="0"/>
              <a:t>Rimozione punti nulli</a:t>
            </a:r>
          </a:p>
          <a:p>
            <a:pPr marL="285750" indent="-285750">
              <a:buFontTx/>
              <a:buChar char="-"/>
            </a:pPr>
            <a:r>
              <a:rPr lang="it-IT" dirty="0"/>
              <a:t>Riduzione distanza coperta</a:t>
            </a:r>
          </a:p>
          <a:p>
            <a:pPr marL="285750" indent="-285750">
              <a:buFontTx/>
              <a:buChar char="-"/>
            </a:pPr>
            <a:r>
              <a:rPr lang="it-IT" dirty="0" err="1"/>
              <a:t>Denoise</a:t>
            </a:r>
            <a:r>
              <a:rPr lang="it-IT" dirty="0"/>
              <a:t> (rimozione di </a:t>
            </a:r>
            <a:r>
              <a:rPr lang="it-IT" dirty="0" err="1"/>
              <a:t>outliers</a:t>
            </a:r>
            <a:r>
              <a:rPr lang="it-IT" dirty="0"/>
              <a:t>, valori anomali)</a:t>
            </a:r>
          </a:p>
          <a:p>
            <a:pPr marL="285750" indent="-285750">
              <a:buFontTx/>
              <a:buChar char="-"/>
            </a:pPr>
            <a:r>
              <a:rPr lang="it-IT" dirty="0" err="1"/>
              <a:t>Downsample</a:t>
            </a:r>
            <a:r>
              <a:rPr lang="it-IT" dirty="0"/>
              <a:t> (ritorna un insieme </a:t>
            </a:r>
            <a:r>
              <a:rPr lang="it-IT" dirty="0" err="1"/>
              <a:t>sottocampionato</a:t>
            </a:r>
            <a:r>
              <a:rPr lang="it-IT" dirty="0"/>
              <a:t> di punti; tale operazione può servire in caso di elaborazione troppo pesante delle informazioni)</a:t>
            </a:r>
          </a:p>
          <a:p>
            <a:pPr marL="285750" indent="-285750">
              <a:buFontTx/>
              <a:buChar char="-"/>
            </a:pPr>
            <a:r>
              <a:rPr lang="it-IT" dirty="0"/>
              <a:t>Ground </a:t>
            </a:r>
            <a:r>
              <a:rPr lang="it-IT" dirty="0" err="1"/>
              <a:t>Segmentation</a:t>
            </a:r>
            <a:r>
              <a:rPr lang="it-IT" dirty="0"/>
              <a:t> (individuazione e successiva rimozione del terreno)</a:t>
            </a:r>
          </a:p>
          <a:p>
            <a:pPr marL="285750" indent="-285750">
              <a:buFontTx/>
              <a:buChar char="-"/>
            </a:pPr>
            <a:r>
              <a:rPr lang="it-IT" dirty="0"/>
              <a:t>Rotazione attorno asse </a:t>
            </a:r>
            <a:r>
              <a:rPr lang="it-IT" dirty="0" err="1"/>
              <a:t>z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865627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E6E15-FDDE-2F77-1552-F618D93571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5. Models: state of the 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DC3FCB-0593-E62C-1ED0-BE1C7966A7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it-IT" dirty="0"/>
              <a:t>Modelli per inferenza su point clouds</a:t>
            </a:r>
          </a:p>
          <a:p>
            <a:pPr marL="285750" indent="-285750">
              <a:buFontTx/>
              <a:buChar char="-"/>
            </a:pPr>
            <a:r>
              <a:rPr lang="it-IT" dirty="0"/>
              <a:t>Modelli «</a:t>
            </a:r>
            <a:r>
              <a:rPr lang="it-IT" dirty="0" err="1"/>
              <a:t>Projection-based</a:t>
            </a:r>
            <a:r>
              <a:rPr lang="it-IT" dirty="0"/>
              <a:t>»:</a:t>
            </a:r>
          </a:p>
          <a:p>
            <a:pPr marL="285750" indent="-285750">
              <a:buFontTx/>
              <a:buChar char="-"/>
            </a:pPr>
            <a:r>
              <a:rPr lang="it-IT" dirty="0"/>
              <a:t>Modelli «Voxel-</a:t>
            </a:r>
            <a:r>
              <a:rPr lang="it-IT" dirty="0" err="1"/>
              <a:t>based</a:t>
            </a:r>
            <a:r>
              <a:rPr lang="it-IT" dirty="0"/>
              <a:t>»:</a:t>
            </a:r>
          </a:p>
          <a:p>
            <a:pPr marL="285750" indent="-285750">
              <a:buFontTx/>
              <a:buChar char="-"/>
            </a:pPr>
            <a:r>
              <a:rPr lang="it-IT" dirty="0"/>
              <a:t>Modelli «Point-</a:t>
            </a:r>
            <a:r>
              <a:rPr lang="it-IT" dirty="0" err="1"/>
              <a:t>based</a:t>
            </a:r>
            <a:r>
              <a:rPr lang="it-IT" dirty="0"/>
              <a:t>»:</a:t>
            </a:r>
          </a:p>
          <a:p>
            <a:pPr marL="285750" indent="-285750">
              <a:buFontTx/>
              <a:buChar char="-"/>
            </a:pPr>
            <a:r>
              <a:rPr lang="it-IT" dirty="0"/>
              <a:t>Modelli «</a:t>
            </a:r>
            <a:r>
              <a:rPr lang="it-IT" dirty="0" err="1"/>
              <a:t>Hybrid-based</a:t>
            </a:r>
            <a:r>
              <a:rPr lang="it-IT" dirty="0"/>
              <a:t>»: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dirty="0"/>
          </a:p>
          <a:p>
            <a:pPr marL="285750" indent="-285750">
              <a:buFontTx/>
              <a:buChar char="-"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226823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68230-DD12-99B4-88A4-FFBFEEEFD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T" dirty="0"/>
              <a:t>Modelli pre-addestrati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36E15E-68D7-B6DA-D96C-1E7B084881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T" dirty="0"/>
              <a:t>Modelli pre-addestrati con Python (TensorFlow, Pytorch, ONNX,...)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T" dirty="0"/>
              <a:t>Modelli pre-addestrati su Matlab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T" b="1" dirty="0"/>
              <a:t>Transfer learning?</a:t>
            </a:r>
          </a:p>
          <a:p>
            <a:endParaRPr lang="en-IT" dirty="0"/>
          </a:p>
        </p:txBody>
      </p:sp>
    </p:spTree>
    <p:extLst>
      <p:ext uri="{BB962C8B-B14F-4D97-AF65-F5344CB8AC3E}">
        <p14:creationId xmlns:p14="http://schemas.microsoft.com/office/powerpoint/2010/main" val="5014244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308AE-2BD4-95CC-4B2D-A3E091E60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Reti Matlab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CF708C-88DE-1CC2-B86B-293F008D52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>
                <a:hlinkClick r:id="rId2"/>
              </a:rPr>
              <a:t>https://it.mathworks.com/solutions/deep-learning/models.html</a:t>
            </a:r>
            <a:endParaRPr lang="en-GB" dirty="0"/>
          </a:p>
          <a:p>
            <a:r>
              <a:rPr lang="en-GB" dirty="0">
                <a:hlinkClick r:id="rId3"/>
              </a:rPr>
              <a:t>https://github.com/matlab-deep-learning/MATLAB-Deep-Learning-Model-Hub</a:t>
            </a:r>
            <a:endParaRPr lang="en-GB" dirty="0"/>
          </a:p>
          <a:p>
            <a:endParaRPr lang="en-IT" dirty="0"/>
          </a:p>
        </p:txBody>
      </p:sp>
    </p:spTree>
    <p:extLst>
      <p:ext uri="{BB962C8B-B14F-4D97-AF65-F5344CB8AC3E}">
        <p14:creationId xmlns:p14="http://schemas.microsoft.com/office/powerpoint/2010/main" val="14699803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35CA3-7FEE-5D20-7510-0D3C48558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PointPillars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FC95F8-75FC-EA7B-DB8D-82B83C25F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Fallimento</a:t>
            </a:r>
          </a:p>
          <a:p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7372714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40189-A054-4A26-E547-8B002B6E9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Mmdetection3d: framework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BB5B2-DF1E-E3DE-5C74-BBC322BBCB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- </a:t>
            </a:r>
            <a:r>
              <a:rPr lang="en-US" dirty="0" err="1"/>
              <a:t>Installazione</a:t>
            </a:r>
            <a:r>
              <a:rPr lang="en-US" dirty="0"/>
              <a:t>, test, workflow </a:t>
            </a:r>
            <a:r>
              <a:rPr lang="en-US" dirty="0" err="1"/>
              <a:t>compatto</a:t>
            </a:r>
            <a:endParaRPr lang="en-US" dirty="0"/>
          </a:p>
          <a:p>
            <a:r>
              <a:rPr lang="en-US" dirty="0"/>
              <a:t>- </a:t>
            </a:r>
            <a:r>
              <a:rPr lang="en-US" dirty="0" err="1"/>
              <a:t>Analisi</a:t>
            </a:r>
            <a:r>
              <a:rPr lang="en-US" dirty="0"/>
              <a:t> </a:t>
            </a:r>
            <a:r>
              <a:rPr lang="en-US" dirty="0" err="1"/>
              <a:t>dei</a:t>
            </a:r>
            <a:r>
              <a:rPr lang="en-US" dirty="0"/>
              <a:t> </a:t>
            </a:r>
            <a:r>
              <a:rPr lang="en-US" dirty="0" err="1"/>
              <a:t>modelli</a:t>
            </a:r>
            <a:r>
              <a:rPr lang="en-US" dirty="0"/>
              <a:t> </a:t>
            </a:r>
            <a:r>
              <a:rPr lang="en-US" dirty="0" err="1"/>
              <a:t>presenti</a:t>
            </a:r>
            <a:r>
              <a:rPr lang="en-US" dirty="0"/>
              <a:t>: backbone </a:t>
            </a:r>
            <a:r>
              <a:rPr lang="en-US" dirty="0" err="1"/>
              <a:t>utilizzato</a:t>
            </a:r>
            <a:r>
              <a:rPr lang="en-US" dirty="0"/>
              <a:t>, load interval, dataset </a:t>
            </a:r>
            <a:r>
              <a:rPr lang="en-US" dirty="0" err="1"/>
              <a:t>utilizzato</a:t>
            </a:r>
            <a:r>
              <a:rPr lang="en-US" dirty="0"/>
              <a:t>, </a:t>
            </a:r>
            <a:r>
              <a:rPr lang="en-US" dirty="0" err="1"/>
              <a:t>mAP</a:t>
            </a:r>
            <a:r>
              <a:rPr lang="en-US"/>
              <a:t>,…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85695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olo 2">
            <a:extLst>
              <a:ext uri="{FF2B5EF4-FFF2-40B4-BE49-F238E27FC236}">
                <a16:creationId xmlns:a16="http://schemas.microsoft.com/office/drawing/2014/main" id="{7E4D5A35-7237-BF93-4D4D-8CE50368DB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4828" y="2930642"/>
            <a:ext cx="10650644" cy="996715"/>
          </a:xfrm>
        </p:spPr>
        <p:txBody>
          <a:bodyPr/>
          <a:lstStyle/>
          <a:p>
            <a:r>
              <a:rPr lang="it-IT" noProof="0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112812016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UniBg_Theme">
      <a:dk1>
        <a:srgbClr val="182642"/>
      </a:dk1>
      <a:lt1>
        <a:srgbClr val="FFFFFF"/>
      </a:lt1>
      <a:dk2>
        <a:srgbClr val="1B345C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rebuchet MS">
      <a:majorFont>
        <a:latin typeface="Trebuchet MS" panose="020B0603020202020204"/>
        <a:ea typeface=""/>
        <a:cs typeface=""/>
        <a:font script="Jpan" typeface="HGｺﾞｼｯｸM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HG丸ｺﾞｼｯｸM-PRO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7FA92114A3471B4D8F75B1A14ABF07B0" ma:contentTypeVersion="0" ma:contentTypeDescription="Creare un nuovo documento." ma:contentTypeScope="" ma:versionID="2630c44b3dd4e32674348721ebe27991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3225e9aae371dd734b3cca370db3570b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i contenuto"/>
        <xsd:element ref="dc:title" minOccurs="0" maxOccurs="1" ma:index="4" ma:displayName="Tito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12E596D-799B-4DD9-8325-1BBF4D0C1A66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4BC16365-F120-405E-BC21-08A6EC07CCA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2AE9D79-AD05-4A57-B035-6E52B0DDA6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13979</TotalTime>
  <Words>413</Words>
  <Application>Microsoft Macintosh PowerPoint</Application>
  <PresentationFormat>Widescreen</PresentationFormat>
  <Paragraphs>62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Arial</vt:lpstr>
      <vt:lpstr>Calibri</vt:lpstr>
      <vt:lpstr>Cambria Math</vt:lpstr>
      <vt:lpstr>Rubik</vt:lpstr>
      <vt:lpstr>Rubik Light</vt:lpstr>
      <vt:lpstr>Times New Roman</vt:lpstr>
      <vt:lpstr>Tema di Office</vt:lpstr>
      <vt:lpstr>Tesi Lidar Robosense RS128  Workflow </vt:lpstr>
      <vt:lpstr>Outline</vt:lpstr>
      <vt:lpstr>1. Introduzione</vt:lpstr>
      <vt:lpstr>1. Introduzione</vt:lpstr>
      <vt:lpstr>2. Calcolo distanza montaggio sensore</vt:lpstr>
      <vt:lpstr>2. Calcolo distanza montaggio sensore</vt:lpstr>
      <vt:lpstr>2. Calcolo distanza montaggio sensore</vt:lpstr>
      <vt:lpstr>2. Calcolo distanza montaggio sensore</vt:lpstr>
      <vt:lpstr>2. Calcolo distanza montaggio sensore</vt:lpstr>
      <vt:lpstr>3. Cattura &amp; import dati</vt:lpstr>
      <vt:lpstr>3. Cattura &amp; import dati</vt:lpstr>
      <vt:lpstr>4. Analisi files .pcd (Matlab)</vt:lpstr>
      <vt:lpstr>5. Models: state of the art</vt:lpstr>
      <vt:lpstr>Modelli pre-addestrati</vt:lpstr>
      <vt:lpstr>Reti Matlab</vt:lpstr>
      <vt:lpstr>PointPillars</vt:lpstr>
      <vt:lpstr>Mmdetection3d: framework python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subject/>
  <dc:creator>Utente di Microsoft Office</dc:creator>
  <cp:keywords/>
  <dc:description/>
  <cp:lastModifiedBy>CRISTIAN SACCO</cp:lastModifiedBy>
  <cp:revision>240</cp:revision>
  <dcterms:created xsi:type="dcterms:W3CDTF">2018-11-28T11:02:36Z</dcterms:created>
  <dcterms:modified xsi:type="dcterms:W3CDTF">2025-09-13T00:04:53Z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0x0101007FA92114A3471B4D8F75B1A14ABF07B0</vt:lpwstr>
  </property>
</Properties>
</file>